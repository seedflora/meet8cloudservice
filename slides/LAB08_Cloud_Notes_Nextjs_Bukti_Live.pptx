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9fa6d33db344ec" /><Relationship Type="http://schemas.openxmlformats.org/officeDocument/2006/relationships/extended-properties" Target="/docProps/app.xml" Id="Rc69eb62b99974382" /><Relationship Type="http://schemas.openxmlformats.org/officeDocument/2006/relationships/officeDocument" Target="/ppt/presentation.xml" Id="R1d7456e85d5e4a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7be2ea59924af6"/>
  </p:sldMasterIdLst>
  <p:notesMasterIdLst>
    <p:notesMasterId xmlns:r="http://schemas.openxmlformats.org/officeDocument/2006/relationships" r:id="Rc52ac088ebc84768"/>
  </p:notesMasterIdLst>
  <p:sldIdLst>
    <p:sldId xmlns:r="http://schemas.openxmlformats.org/officeDocument/2006/relationships" id="256" r:id="R98602ecb86c543b8"/>
    <p:sldId xmlns:r="http://schemas.openxmlformats.org/officeDocument/2006/relationships" id="257" r:id="R546ce563cfec4224"/>
    <p:sldId xmlns:r="http://schemas.openxmlformats.org/officeDocument/2006/relationships" id="258" r:id="R73707c76d1c3457d"/>
    <p:sldId xmlns:r="http://schemas.openxmlformats.org/officeDocument/2006/relationships" id="259" r:id="R190e93c712a04cdd"/>
    <p:sldId xmlns:r="http://schemas.openxmlformats.org/officeDocument/2006/relationships" id="260" r:id="Re5125d7df2cc40c7"/>
    <p:sldId xmlns:r="http://schemas.openxmlformats.org/officeDocument/2006/relationships" id="261" r:id="Rbe949fda1c724fb2"/>
    <p:sldId xmlns:r="http://schemas.openxmlformats.org/officeDocument/2006/relationships" id="262" r:id="R4d2ee66d24334136"/>
    <p:sldId xmlns:r="http://schemas.openxmlformats.org/officeDocument/2006/relationships" id="263" r:id="R8965af6211624142"/>
    <p:sldId xmlns:r="http://schemas.openxmlformats.org/officeDocument/2006/relationships" id="264" r:id="R3c3eb33768334926"/>
    <p:sldId xmlns:r="http://schemas.openxmlformats.org/officeDocument/2006/relationships" id="265" r:id="Rc61e3033f8a94c84"/>
    <p:sldId xmlns:r="http://schemas.openxmlformats.org/officeDocument/2006/relationships" id="266" r:id="R14086b4ee117426e"/>
    <p:sldId xmlns:r="http://schemas.openxmlformats.org/officeDocument/2006/relationships" id="267" r:id="R859066b79b954e44"/>
    <p:sldId xmlns:r="http://schemas.openxmlformats.org/officeDocument/2006/relationships" id="268" r:id="R2982779ab1b84b59"/>
    <p:sldId xmlns:r="http://schemas.openxmlformats.org/officeDocument/2006/relationships" id="269" r:id="R172495b6f3934495"/>
    <p:sldId xmlns:r="http://schemas.openxmlformats.org/officeDocument/2006/relationships" id="270" r:id="R92758199cf714a2c"/>
    <p:sldId xmlns:r="http://schemas.openxmlformats.org/officeDocument/2006/relationships" id="271" r:id="Rf7058e2b701b42bc"/>
    <p:sldId xmlns:r="http://schemas.openxmlformats.org/officeDocument/2006/relationships" id="272" r:id="Re43b822b4ddf42a5"/>
    <p:sldId xmlns:r="http://schemas.openxmlformats.org/officeDocument/2006/relationships" id="273" r:id="R96d83d1940724a0e"/>
    <p:sldId xmlns:r="http://schemas.openxmlformats.org/officeDocument/2006/relationships" id="274" r:id="R9a977624b6544f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2889d9bce44ab6" /><Relationship Type="http://schemas.openxmlformats.org/officeDocument/2006/relationships/slideMaster" Target="/ppt/slideMasters/slideMaster1.xml" Id="R6e7be2ea59924af6" /><Relationship Type="http://schemas.openxmlformats.org/officeDocument/2006/relationships/notesMaster" Target="/ppt/notesMasters/notesMaster1.xml" Id="Rc52ac088ebc84768" /><Relationship Type="http://schemas.openxmlformats.org/officeDocument/2006/relationships/presProps" Target="/ppt/presProps.xml" Id="R4740cbf53f1245da" /><Relationship Type="http://schemas.openxmlformats.org/officeDocument/2006/relationships/viewProps" Target="/ppt/viewProps.xml" Id="Ra2589717699f4442" /><Relationship Type="http://schemas.openxmlformats.org/officeDocument/2006/relationships/tableStyles" Target="/ppt/tableStyles.xml" Id="Rd1070d9f5239499a" /><Relationship Type="http://schemas.openxmlformats.org/officeDocument/2006/relationships/slide" Target="/ppt/slides/slide1.xml" Id="R98602ecb86c543b8" /><Relationship Type="http://schemas.openxmlformats.org/officeDocument/2006/relationships/slide" Target="/ppt/slides/slide2.xml" Id="R546ce563cfec4224" /><Relationship Type="http://schemas.openxmlformats.org/officeDocument/2006/relationships/slide" Target="/ppt/slides/slide3.xml" Id="R73707c76d1c3457d" /><Relationship Type="http://schemas.openxmlformats.org/officeDocument/2006/relationships/slide" Target="/ppt/slides/slide4.xml" Id="R190e93c712a04cdd" /><Relationship Type="http://schemas.openxmlformats.org/officeDocument/2006/relationships/slide" Target="/ppt/slides/slide5.xml" Id="Re5125d7df2cc40c7" /><Relationship Type="http://schemas.openxmlformats.org/officeDocument/2006/relationships/slide" Target="/ppt/slides/slide6.xml" Id="Rbe949fda1c724fb2" /><Relationship Type="http://schemas.openxmlformats.org/officeDocument/2006/relationships/slide" Target="/ppt/slides/slide7.xml" Id="R4d2ee66d24334136" /><Relationship Type="http://schemas.openxmlformats.org/officeDocument/2006/relationships/slide" Target="/ppt/slides/slide8.xml" Id="R8965af6211624142" /><Relationship Type="http://schemas.openxmlformats.org/officeDocument/2006/relationships/slide" Target="/ppt/slides/slide9.xml" Id="R3c3eb33768334926" /><Relationship Type="http://schemas.openxmlformats.org/officeDocument/2006/relationships/slide" Target="/ppt/slides/slide10.xml" Id="Rc61e3033f8a94c84" /><Relationship Type="http://schemas.openxmlformats.org/officeDocument/2006/relationships/slide" Target="/ppt/slides/slide11.xml" Id="R14086b4ee117426e" /><Relationship Type="http://schemas.openxmlformats.org/officeDocument/2006/relationships/slide" Target="/ppt/slides/slide12.xml" Id="R859066b79b954e44" /><Relationship Type="http://schemas.openxmlformats.org/officeDocument/2006/relationships/slide" Target="/ppt/slides/slide13.xml" Id="R2982779ab1b84b59" /><Relationship Type="http://schemas.openxmlformats.org/officeDocument/2006/relationships/slide" Target="/ppt/slides/slide14.xml" Id="R172495b6f3934495" /><Relationship Type="http://schemas.openxmlformats.org/officeDocument/2006/relationships/slide" Target="/ppt/slides/slide15.xml" Id="R92758199cf714a2c" /><Relationship Type="http://schemas.openxmlformats.org/officeDocument/2006/relationships/slide" Target="/ppt/slides/slide16.xml" Id="Rf7058e2b701b42bc" /><Relationship Type="http://schemas.openxmlformats.org/officeDocument/2006/relationships/slide" Target="/ppt/slides/slide17.xml" Id="Re43b822b4ddf42a5" /><Relationship Type="http://schemas.openxmlformats.org/officeDocument/2006/relationships/slide" Target="/ppt/slides/slide18.xml" Id="R96d83d1940724a0e" /><Relationship Type="http://schemas.openxmlformats.org/officeDocument/2006/relationships/slide" Target="/ppt/slides/slide19.xml" Id="R9a977624b6544f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31d26de5274e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9461d869954c0a" /><Relationship Type="http://schemas.openxmlformats.org/officeDocument/2006/relationships/notesMaster" Target="/ppt/notesMasters/notesMaster1.xml" Id="R870b94ff3a5342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346d94041546ed" /><Relationship Type="http://schemas.openxmlformats.org/officeDocument/2006/relationships/notesMaster" Target="/ppt/notesMasters/notesMaster1.xml" Id="R34ee095030eb43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b75837a48a4717" /><Relationship Type="http://schemas.openxmlformats.org/officeDocument/2006/relationships/notesMaster" Target="/ppt/notesMasters/notesMaster1.xml" Id="R8b50be1715a640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dd6b9e5e83456e" /><Relationship Type="http://schemas.openxmlformats.org/officeDocument/2006/relationships/notesMaster" Target="/ppt/notesMasters/notesMaster1.xml" Id="R4d271f098f0d45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5a2c9a3384b19" /><Relationship Type="http://schemas.openxmlformats.org/officeDocument/2006/relationships/notesMaster" Target="/ppt/notesMasters/notesMaster1.xml" Id="R7eab05c370a84f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6c4841942240d7" /><Relationship Type="http://schemas.openxmlformats.org/officeDocument/2006/relationships/notesMaster" Target="/ppt/notesMasters/notesMaster1.xml" Id="R4a16938018d84a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42f9eb516b4d7a" /><Relationship Type="http://schemas.openxmlformats.org/officeDocument/2006/relationships/notesMaster" Target="/ppt/notesMasters/notesMaster1.xml" Id="R46741956f95e46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3f1a0460b745ff" /><Relationship Type="http://schemas.openxmlformats.org/officeDocument/2006/relationships/notesMaster" Target="/ppt/notesMasters/notesMaster1.xml" Id="R67cc9c6aacc143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bfeaa02d9e472c" /><Relationship Type="http://schemas.openxmlformats.org/officeDocument/2006/relationships/notesMaster" Target="/ppt/notesMasters/notesMaster1.xml" Id="R0a1a939d1dce48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763481685f4068" /><Relationship Type="http://schemas.openxmlformats.org/officeDocument/2006/relationships/notesMaster" Target="/ppt/notesMasters/notesMaster1.xml" Id="Rb15484552a9440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b3d55e5cf04262" /><Relationship Type="http://schemas.openxmlformats.org/officeDocument/2006/relationships/notesMaster" Target="/ppt/notesMasters/notesMaster1.xml" Id="R3a058ee79ad340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d85c84a1474a77" /><Relationship Type="http://schemas.openxmlformats.org/officeDocument/2006/relationships/notesMaster" Target="/ppt/notesMasters/notesMaster1.xml" Id="R44261ee3fc654a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b962b223084eb1" /><Relationship Type="http://schemas.openxmlformats.org/officeDocument/2006/relationships/notesMaster" Target="/ppt/notesMasters/notesMaster1.xml" Id="Racd2ed1f31de42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4c4209b623430c" /><Relationship Type="http://schemas.openxmlformats.org/officeDocument/2006/relationships/notesMaster" Target="/ppt/notesMasters/notesMaster1.xml" Id="Rd52f89d1cfde4a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3fc6afc8a2c4fa8" /><Relationship Type="http://schemas.openxmlformats.org/officeDocument/2006/relationships/notesMaster" Target="/ppt/notesMasters/notesMaster1.xml" Id="Re03e98bf50c94d8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8b5913f990428d" /><Relationship Type="http://schemas.openxmlformats.org/officeDocument/2006/relationships/notesMaster" Target="/ppt/notesMasters/notesMaster1.xml" Id="Rb41b0559cb024c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7497d5a4dd4476" /><Relationship Type="http://schemas.openxmlformats.org/officeDocument/2006/relationships/notesMaster" Target="/ppt/notesMasters/notesMaster1.xml" Id="R1bf008d6f545457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a7a7cdea6e4372" /><Relationship Type="http://schemas.openxmlformats.org/officeDocument/2006/relationships/notesMaster" Target="/ppt/notesMasters/notesMaster1.xml" Id="R276573bef1e94d0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0aba0f4b1db413f" /><Relationship Type="http://schemas.openxmlformats.org/officeDocument/2006/relationships/notesMaster" Target="/ppt/notesMasters/notesMaster1.xml" Id="R3cfbaf2f4c6749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ci. Fungsi: memasang paket dari package-lock.json. Cara kerja: npm membangun ulang node_modules. Hasil: 37 paket, 0 vulnerability, exit 0. Output lengkap screenshots/13_npm_ci.txt.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rg -n 'use client|fetch|LOCAL_API_URL|export async function' src/app/page.tsx src/app/api/notes/route.ts. Fungsi: menelusuri kode. Cara kerja: rg membaca source. Hasil: halaman adalah Client Component, Route Handler memegang URL API privat. Output lengkap screenshots/15_source_tour.txt.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docker compose stop api; probe /api/health, /api/ready, /api/notes; docker compose start api; probe lagi. Fungsi: membedakan liveness dan readiness serta memastikan data pulih. Cara kerja: Next tetap hidup ketika API mati; PostgreSQL tidak dihentikan. Hasil: outage 200/503/503, pulih 200/200 dan catatan lama ditemukan. Output lengkap screenshots/18_outage_probe.txt dan 19_pemulihan.txt.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Invoke-WebRequest POST /api/notes dengan title/content, lalu GET /api/notes. Fungsi: membuktikan tulis/baca dan korelasi log. Cara kerja: Next meneruskan ke API Lab 06; PostgreSQL menyimpan. Hasil: HTTP 201, header X-Request-ID, GET 200. ID cocok dengan event notes_proxy di terminal Next. Output lengkap screenshots/16_post_request_id.txt.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dua POST /api/notes dengan payload tidak valid. Fungsi: memisahkan kesalahan pengguna dari outage. Cara kerja: Route Handler memvalidasi sebelum proxy. Hasil: HTTP 400 dengan pesan judul wajib dan JSON tidak valid. Output lengkap screenshots/17_validasi_aktual.txt.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npm run check:local. Fungsi: menguji liveness, readiness, validasi, POST, GET, dan header request ID. Cara kerja: tests/challenge.mjs memanggil Next dan menyimpan catatan uji. Hasil: 9 PASS, 0 FAIL. Ini output aktual yang ditata ulang.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Perintah: npm run typecheck; npm run build. Fungsi: verifikasi tipe dan bundel produksi. Cara kerja: tsc memeriksa TypeScript, Next menyusun App Router. Hasil: keduanya exit 0; /api/ready tercantum. Screenshot ringkas berasal dari output aktual screenshots/21_build_aktual.txt.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Command: git status --short; git check-ignore -v .env.local node_modules .next; git diff --cached --check. Fungsi: mencegah secret dan hasil build ikut commit. Cara kerja: .gitignore menyaring tiga path. Hasil: ketiganya diabaikan; contoh belum membuktikan push mahasiswa. Output lengkap screenshots/20_git_aman.txt.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e0148cbca42a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d49b0ee5974f89" /><Relationship Type="http://schemas.openxmlformats.org/officeDocument/2006/relationships/slideLayout" Target="/ppt/slideLayouts/slideLayout1.xml" Id="Rff3c166415f742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3c166415f7423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ddc69259e4919" /><Relationship Type="http://schemas.openxmlformats.org/officeDocument/2006/relationships/image" Target="/ppt/media/image.jpeg" Id="Rd334941427d24376" /><Relationship Type="http://schemas.openxmlformats.org/officeDocument/2006/relationships/image" Target="/ppt/media/image.png" Id="R5106e05c53984dd5" /><Relationship Type="http://schemas.openxmlformats.org/officeDocument/2006/relationships/image" Target="/ppt/media/image2.png" Id="R5c66ace3870b44af" /><Relationship Type="http://schemas.openxmlformats.org/officeDocument/2006/relationships/notesSlide" Target="/ppt/notesSlides/notesSlide1.xml" Id="R1e951acdb6dd44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18e715ecb49ff" /><Relationship Type="http://schemas.openxmlformats.org/officeDocument/2006/relationships/image" Target="/ppt/media/image.png" Id="R22193168426a4f2e" /><Relationship Type="http://schemas.openxmlformats.org/officeDocument/2006/relationships/image" Target="/ppt/media/image2.png" Id="R2547d33392ff4abb" /><Relationship Type="http://schemas.openxmlformats.org/officeDocument/2006/relationships/image" Target="/ppt/media/image3.png" Id="R6342f405d3f4425f" /><Relationship Type="http://schemas.openxmlformats.org/officeDocument/2006/relationships/image" Target="/ppt/media/image4.png" Id="R085a7d5fd4b542ec" /><Relationship Type="http://schemas.openxmlformats.org/officeDocument/2006/relationships/image" Target="/ppt/media/image5.png" Id="Rdf099ab65f5c497c" /><Relationship Type="http://schemas.openxmlformats.org/officeDocument/2006/relationships/image" Target="/ppt/media/image6.png" Id="R72250a3c828d4bab" /><Relationship Type="http://schemas.openxmlformats.org/officeDocument/2006/relationships/image" Target="/ppt/media/image7.png" Id="Rccc7566f06094cf1" /><Relationship Type="http://schemas.openxmlformats.org/officeDocument/2006/relationships/image" Target="/ppt/media/image8.png" Id="Rfd95801a65cc45d6" /><Relationship Type="http://schemas.openxmlformats.org/officeDocument/2006/relationships/image" Target="/ppt/media/image9.png" Id="R72207e06399440d3" /><Relationship Type="http://schemas.openxmlformats.org/officeDocument/2006/relationships/notesSlide" Target="/ppt/notesSlides/notesSlide2.xml" Id="R188ef9d6672148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69e7532fb47fb" /><Relationship Type="http://schemas.openxmlformats.org/officeDocument/2006/relationships/image" Target="/ppt/media/image.png" Id="R0a80aaa4338b4d56" /><Relationship Type="http://schemas.openxmlformats.org/officeDocument/2006/relationships/image" Target="/ppt/media/image2.png" Id="R17d5867824484fe0" /><Relationship Type="http://schemas.openxmlformats.org/officeDocument/2006/relationships/notesSlide" Target="/ppt/notesSlides/notesSlide3.xml" Id="Rcb484ff8b8bb45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814e70e0340bd" /><Relationship Type="http://schemas.openxmlformats.org/officeDocument/2006/relationships/image" Target="/ppt/media/image.png" Id="R763ab537f44344af" /><Relationship Type="http://schemas.openxmlformats.org/officeDocument/2006/relationships/image" Target="/ppt/media/image2.png" Id="R65e3f1eebad74f97" /><Relationship Type="http://schemas.openxmlformats.org/officeDocument/2006/relationships/image" Target="/ppt/media/image10.png" Id="R31fa8914647a4347" /><Relationship Type="http://schemas.openxmlformats.org/officeDocument/2006/relationships/notesSlide" Target="/ppt/notesSlides/notesSlide4.xml" Id="R001361d4639e45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0ad13f6a849ba" /><Relationship Type="http://schemas.openxmlformats.org/officeDocument/2006/relationships/image" Target="/ppt/media/image.png" Id="Re396fae101544fc1" /><Relationship Type="http://schemas.openxmlformats.org/officeDocument/2006/relationships/image" Target="/ppt/media/image2.png" Id="Rd35be0e9976a4515" /><Relationship Type="http://schemas.openxmlformats.org/officeDocument/2006/relationships/image" Target="/ppt/media/image3.png" Id="R9c40b3e2126f4757" /><Relationship Type="http://schemas.openxmlformats.org/officeDocument/2006/relationships/image" Target="/ppt/media/image4.png" Id="Rdf5894bf762f408c" /><Relationship Type="http://schemas.openxmlformats.org/officeDocument/2006/relationships/image" Target="/ppt/media/image5.png" Id="Raba09443ce094e62" /><Relationship Type="http://schemas.openxmlformats.org/officeDocument/2006/relationships/image" Target="/ppt/media/image6.png" Id="Rb773582266cb462d" /><Relationship Type="http://schemas.openxmlformats.org/officeDocument/2006/relationships/image" Target="/ppt/media/image7.png" Id="R483509940dc748ac" /><Relationship Type="http://schemas.openxmlformats.org/officeDocument/2006/relationships/image" Target="/ppt/media/image8.png" Id="R6f2a6f346ff1458f" /><Relationship Type="http://schemas.openxmlformats.org/officeDocument/2006/relationships/image" Target="/ppt/media/image9.png" Id="R8ae294c481f04477" /><Relationship Type="http://schemas.openxmlformats.org/officeDocument/2006/relationships/image" Target="/ppt/media/image11.png" Id="R951ccb060eb04518" /><Relationship Type="http://schemas.openxmlformats.org/officeDocument/2006/relationships/notesSlide" Target="/ppt/notesSlides/notesSlide5.xml" Id="R5e9960c8f91145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a24792d0a4b0d" /><Relationship Type="http://schemas.openxmlformats.org/officeDocument/2006/relationships/image" Target="/ppt/media/image.png" Id="R14a7c46f8cf54860" /><Relationship Type="http://schemas.openxmlformats.org/officeDocument/2006/relationships/image" Target="/ppt/media/image2.png" Id="R2834027c333c4da8" /><Relationship Type="http://schemas.openxmlformats.org/officeDocument/2006/relationships/image" Target="/ppt/media/image12.png" Id="Rfda2f222ac524793" /><Relationship Type="http://schemas.openxmlformats.org/officeDocument/2006/relationships/notesSlide" Target="/ppt/notesSlides/notesSlide6.xml" Id="R3266df0654424a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d06f4b0a204bbe" /><Relationship Type="http://schemas.openxmlformats.org/officeDocument/2006/relationships/image" Target="/ppt/media/image.png" Id="R664e867c6c1e41f3" /><Relationship Type="http://schemas.openxmlformats.org/officeDocument/2006/relationships/image" Target="/ppt/media/image2.png" Id="R204700106148406f" /><Relationship Type="http://schemas.openxmlformats.org/officeDocument/2006/relationships/notesSlide" Target="/ppt/notesSlides/notesSlide7.xml" Id="R3e242185473449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5109f67684dbf" /><Relationship Type="http://schemas.openxmlformats.org/officeDocument/2006/relationships/image" Target="/ppt/media/image.png" Id="R117e449046b14e83" /><Relationship Type="http://schemas.openxmlformats.org/officeDocument/2006/relationships/image" Target="/ppt/media/image2.png" Id="Rb3b999a5362e487a" /><Relationship Type="http://schemas.openxmlformats.org/officeDocument/2006/relationships/image" Target="/ppt/media/image3.png" Id="R941812bb85714c6c" /><Relationship Type="http://schemas.openxmlformats.org/officeDocument/2006/relationships/image" Target="/ppt/media/image4.png" Id="R68f0480f92734d9f" /><Relationship Type="http://schemas.openxmlformats.org/officeDocument/2006/relationships/image" Target="/ppt/media/image5.png" Id="R0a0474f7bfc44890" /><Relationship Type="http://schemas.openxmlformats.org/officeDocument/2006/relationships/image" Target="/ppt/media/image6.png" Id="R8a88a61af456447c" /><Relationship Type="http://schemas.openxmlformats.org/officeDocument/2006/relationships/image" Target="/ppt/media/image7.png" Id="Rdc8a816f44a149ec" /><Relationship Type="http://schemas.openxmlformats.org/officeDocument/2006/relationships/image" Target="/ppt/media/image8.png" Id="R82c37628f8654ab4" /><Relationship Type="http://schemas.openxmlformats.org/officeDocument/2006/relationships/image" Target="/ppt/media/image9.png" Id="R4aeb28ed675b44c7" /><Relationship Type="http://schemas.openxmlformats.org/officeDocument/2006/relationships/image" Target="/ppt/media/image13.png" Id="R3e6e502954b844ed" /><Relationship Type="http://schemas.openxmlformats.org/officeDocument/2006/relationships/notesSlide" Target="/ppt/notesSlides/notesSlide8.xml" Id="R450f156e05904d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d6a14a5224196" /><Relationship Type="http://schemas.openxmlformats.org/officeDocument/2006/relationships/image" Target="/ppt/media/image.png" Id="Rc778249b02c043c0" /><Relationship Type="http://schemas.openxmlformats.org/officeDocument/2006/relationships/image" Target="/ppt/media/image2.png" Id="Rc35610e4aca54d39" /><Relationship Type="http://schemas.openxmlformats.org/officeDocument/2006/relationships/image" Target="/ppt/media/image3.png" Id="R55e84dc5a5de4dae" /><Relationship Type="http://schemas.openxmlformats.org/officeDocument/2006/relationships/image" Target="/ppt/media/image4.png" Id="R10352de5c8df4b64" /><Relationship Type="http://schemas.openxmlformats.org/officeDocument/2006/relationships/image" Target="/ppt/media/image5.png" Id="R05ad354c07c34fd2" /><Relationship Type="http://schemas.openxmlformats.org/officeDocument/2006/relationships/image" Target="/ppt/media/image6.png" Id="R220f31b8e5d3447a" /><Relationship Type="http://schemas.openxmlformats.org/officeDocument/2006/relationships/image" Target="/ppt/media/image7.png" Id="R19d491c03abe4fc0" /><Relationship Type="http://schemas.openxmlformats.org/officeDocument/2006/relationships/image" Target="/ppt/media/image8.png" Id="Rc6c2f617fc954e02" /><Relationship Type="http://schemas.openxmlformats.org/officeDocument/2006/relationships/image" Target="/ppt/media/image9.png" Id="R86fecf72a0d247c8" /><Relationship Type="http://schemas.openxmlformats.org/officeDocument/2006/relationships/image" Target="/ppt/media/image14.png" Id="Rf19fffc45aa748d0" /><Relationship Type="http://schemas.openxmlformats.org/officeDocument/2006/relationships/notesSlide" Target="/ppt/notesSlides/notesSlide9.xml" Id="R334171ac601c47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e1a285c054ef1" /><Relationship Type="http://schemas.openxmlformats.org/officeDocument/2006/relationships/image" Target="/ppt/media/image.png" Id="R38a43a3f54b54ce8" /><Relationship Type="http://schemas.openxmlformats.org/officeDocument/2006/relationships/image" Target="/ppt/media/image2.png" Id="Rf287e5f54db24eb4" /><Relationship Type="http://schemas.openxmlformats.org/officeDocument/2006/relationships/image" Target="/ppt/media/image15.png" Id="R247657a59bc34774" /><Relationship Type="http://schemas.openxmlformats.org/officeDocument/2006/relationships/notesSlide" Target="/ppt/notesSlides/notesSlide10.xml" Id="Rce4bed4a27094a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d609750794ed0" /><Relationship Type="http://schemas.openxmlformats.org/officeDocument/2006/relationships/image" Target="/ppt/media/image.png" Id="R470f6decc32b4ede" /><Relationship Type="http://schemas.openxmlformats.org/officeDocument/2006/relationships/image" Target="/ppt/media/image2.png" Id="R12fe09fa0e9c4e32" /><Relationship Type="http://schemas.openxmlformats.org/officeDocument/2006/relationships/notesSlide" Target="/ppt/notesSlides/notesSlide11.xml" Id="R44c0cd97917c47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f459638b8478a" /><Relationship Type="http://schemas.openxmlformats.org/officeDocument/2006/relationships/image" Target="/ppt/media/image.png" Id="R35ef7ba4e73d453a" /><Relationship Type="http://schemas.openxmlformats.org/officeDocument/2006/relationships/image" Target="/ppt/media/image2.png" Id="Re20bc8dd08c241ae" /><Relationship Type="http://schemas.openxmlformats.org/officeDocument/2006/relationships/image" Target="/ppt/media/image3.png" Id="R2736791a0f5a425e" /><Relationship Type="http://schemas.openxmlformats.org/officeDocument/2006/relationships/image" Target="/ppt/media/image4.png" Id="R2f19fa29ab904a46" /><Relationship Type="http://schemas.openxmlformats.org/officeDocument/2006/relationships/image" Target="/ppt/media/image5.png" Id="Rc8ba9022585d4fb3" /><Relationship Type="http://schemas.openxmlformats.org/officeDocument/2006/relationships/image" Target="/ppt/media/image6.png" Id="Reb332f8e30ec4ccc" /><Relationship Type="http://schemas.openxmlformats.org/officeDocument/2006/relationships/image" Target="/ppt/media/image7.png" Id="R8298d8fc1ad24bd4" /><Relationship Type="http://schemas.openxmlformats.org/officeDocument/2006/relationships/image" Target="/ppt/media/image8.png" Id="R323b4017b222410a" /><Relationship Type="http://schemas.openxmlformats.org/officeDocument/2006/relationships/image" Target="/ppt/media/image9.png" Id="R4674103d888e4c95" /><Relationship Type="http://schemas.openxmlformats.org/officeDocument/2006/relationships/image" Target="/ppt/media/image16.png" Id="R24da77f142da46fc" /><Relationship Type="http://schemas.openxmlformats.org/officeDocument/2006/relationships/notesSlide" Target="/ppt/notesSlides/notesSlide12.xml" Id="Ra6ecfeffae72425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939725f7548bf" /><Relationship Type="http://schemas.openxmlformats.org/officeDocument/2006/relationships/image" Target="/ppt/media/image.png" Id="R06126efe62044d16" /><Relationship Type="http://schemas.openxmlformats.org/officeDocument/2006/relationships/image" Target="/ppt/media/image2.png" Id="Rfd028033c39f4298" /><Relationship Type="http://schemas.openxmlformats.org/officeDocument/2006/relationships/image" Target="/ppt/media/image17.png" Id="Rdebad471c3e04766" /><Relationship Type="http://schemas.openxmlformats.org/officeDocument/2006/relationships/notesSlide" Target="/ppt/notesSlides/notesSlide13.xml" Id="R8f35e99aefcb4e8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42a8ba187454e" /><Relationship Type="http://schemas.openxmlformats.org/officeDocument/2006/relationships/image" Target="/ppt/media/image.png" Id="R07ffb13d81ec4ea5" /><Relationship Type="http://schemas.openxmlformats.org/officeDocument/2006/relationships/image" Target="/ppt/media/image2.png" Id="R1b407f06ca0b4f61" /><Relationship Type="http://schemas.openxmlformats.org/officeDocument/2006/relationships/notesSlide" Target="/ppt/notesSlides/notesSlide14.xml" Id="R49698afd11ab4b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63aefd9c244e8" /><Relationship Type="http://schemas.openxmlformats.org/officeDocument/2006/relationships/image" Target="/ppt/media/image.png" Id="Rc155ed204f7f4dd4" /><Relationship Type="http://schemas.openxmlformats.org/officeDocument/2006/relationships/image" Target="/ppt/media/image2.png" Id="R484ce9d140884485" /><Relationship Type="http://schemas.openxmlformats.org/officeDocument/2006/relationships/image" Target="/ppt/media/image18.png" Id="R1935f7bbce8b4bc8" /><Relationship Type="http://schemas.openxmlformats.org/officeDocument/2006/relationships/notesSlide" Target="/ppt/notesSlides/notesSlide15.xml" Id="Rb4b5c613019846f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7e3acb9404778" /><Relationship Type="http://schemas.openxmlformats.org/officeDocument/2006/relationships/image" Target="/ppt/media/image.png" Id="R09a90ec18c64404b" /><Relationship Type="http://schemas.openxmlformats.org/officeDocument/2006/relationships/image" Target="/ppt/media/image2.png" Id="R9c66614a135342b2" /><Relationship Type="http://schemas.openxmlformats.org/officeDocument/2006/relationships/image" Target="/ppt/media/image19.png" Id="R15eae68ef9da4a51" /><Relationship Type="http://schemas.openxmlformats.org/officeDocument/2006/relationships/notesSlide" Target="/ppt/notesSlides/notesSlide16.xml" Id="R8136a8d0932445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676b61fd24053" /><Relationship Type="http://schemas.openxmlformats.org/officeDocument/2006/relationships/image" Target="/ppt/media/image.png" Id="R61897bf3fb494e38" /><Relationship Type="http://schemas.openxmlformats.org/officeDocument/2006/relationships/image" Target="/ppt/media/image2.png" Id="R698f7b9f6c9a4790" /><Relationship Type="http://schemas.openxmlformats.org/officeDocument/2006/relationships/image" Target="/ppt/media/image3.png" Id="R50d69842e9d442d4" /><Relationship Type="http://schemas.openxmlformats.org/officeDocument/2006/relationships/image" Target="/ppt/media/image4.png" Id="Re71b7aacbada47c7" /><Relationship Type="http://schemas.openxmlformats.org/officeDocument/2006/relationships/image" Target="/ppt/media/image5.png" Id="R1646825fefcb4f80" /><Relationship Type="http://schemas.openxmlformats.org/officeDocument/2006/relationships/image" Target="/ppt/media/image6.png" Id="R5095369124884cfa" /><Relationship Type="http://schemas.openxmlformats.org/officeDocument/2006/relationships/image" Target="/ppt/media/image7.png" Id="R3873125fb2f34467" /><Relationship Type="http://schemas.openxmlformats.org/officeDocument/2006/relationships/image" Target="/ppt/media/image8.png" Id="R51ecd6c2cf3d4c23" /><Relationship Type="http://schemas.openxmlformats.org/officeDocument/2006/relationships/image" Target="/ppt/media/image9.png" Id="R26dcac8cb2214f45" /><Relationship Type="http://schemas.openxmlformats.org/officeDocument/2006/relationships/image" Target="/ppt/media/image20.png" Id="R813d479d83594322" /><Relationship Type="http://schemas.openxmlformats.org/officeDocument/2006/relationships/notesSlide" Target="/ppt/notesSlides/notesSlide17.xml" Id="Rbf0b663e15f0488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1f5c45a1145b9" /><Relationship Type="http://schemas.openxmlformats.org/officeDocument/2006/relationships/image" Target="/ppt/media/image.png" Id="R6a5b0c6713a64f9c" /><Relationship Type="http://schemas.openxmlformats.org/officeDocument/2006/relationships/image" Target="/ppt/media/image2.png" Id="R4968a7c577cc4511" /><Relationship Type="http://schemas.openxmlformats.org/officeDocument/2006/relationships/notesSlide" Target="/ppt/notesSlides/notesSlide18.xml" Id="R9fe7c5c7b4ae426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04f691cda4abc" /><Relationship Type="http://schemas.openxmlformats.org/officeDocument/2006/relationships/image" Target="/ppt/media/image.png" Id="R50b21c9aa0674a8b" /><Relationship Type="http://schemas.openxmlformats.org/officeDocument/2006/relationships/image" Target="/ppt/media/image2.png" Id="Ra2de8a0ef3ef44c1" /><Relationship Type="http://schemas.openxmlformats.org/officeDocument/2006/relationships/image" Target="/ppt/media/image21.png" Id="R80a9f35cee704027" /><Relationship Type="http://schemas.openxmlformats.org/officeDocument/2006/relationships/notesSlide" Target="/ppt/notesSlides/notesSlide19.xml" Id="Rd38e7505d9d740db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334941427d2437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6e05c5398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6ace3870b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9DB4F6C3-7E1E-4165-A7CB-86DF587C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8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E852BF6E-4D5B-4BF3-974D-627B53AD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+ VERCEL</a:t>
            </a:r>
            <a:endParaRPr sz="4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AF43A70F-F5E8-482A-B129-54789154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CLOUD NOTES FRONTEND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C707375-F506-4FA6-A856-ADCF2742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→ Route Handler → API Compose → PostgreSQL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8638E3EC-B711-4552-92CD-A21EE27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301E98-CA69-4022-A660-1FBC1E6E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VERCEL DEEP DIVE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8DD2F8E-B770-48C6-86B5-5C7B5703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F8F0226-45A1-4FDD-BDAB-B38C7A68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733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AB81816-7BA7-4C06-BA88-B5B5DB1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C22927-5839-4640-80B1-54E7F7EB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0B2953-96A7-4962-BC9B-0F7B1B0B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93168426a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7d33392ff4a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C91D17-E972-4EA0-B66F-B2B5215D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B53859-6C65-4388-A6A1-EE95476B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08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FC4183F-5010-4735-BC70-816E11A4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lokal berjalan tanpa akun; Supabase dan Vercel menjadi perluasan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986C62F-8BF2-4BB6-9C79-2F0341FC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ADB6B50-E019-415C-9AE0-A000E45E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2f405d3f4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539B76C-2A31-4BAF-8066-94CC175F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 Compose Lab 06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a7d5fd4b5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156BAE9C-ACBD-4202-93EC-CFDE2AA4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Next.js dari lockfile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99ab65f5c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2980BB8-E8B8-435B-9D7A-678D1A61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UI Cloud Notes di port 3000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50a3c828d4b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1EE37E5-51BF-420B-A442-EBD1F194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Bedakan /health dan /ready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7566f0609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1E81F79-D4B8-4E1C-A440-2CB7A25A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GET, POST, validasi 400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5801a65cc45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F903B3A4-909A-424F-B414-E2EF49F8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9 cek dan build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07e06399440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804BAC7-FACD-45B3-B994-6EE35124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aman; deploy cloud opsional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7DA061B-1E9B-42BE-B9F9-30156752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F562716-5BEA-49B9-B313-CBC9E181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E7B48637-95B3-4E6B-95BE-190C028B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menghubungkan UI dan API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catatan baru serta status gagal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08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FC90F39-0A0C-4C5E-97F0-96A85FB7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6BCC018-2BEA-400D-A688-46C42106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84467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0aaa4338b4d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5867824484f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API dan Next.js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terminal pada dua repo yang terpisah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A: repo Lab 06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up --build -d
docker compose ps
# API tersedia di 127.0.0.1:8000.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B: repo Lab 08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node --version  # minimal 22.0.0
npm ci          # versi dari lockfile
Copy-Item .env.example .env.local
npm run dev
# Buka http://localhost:3000.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65940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ab537f443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3f1eebad74f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1a | Dependensi dari lockfile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ci dijalankan sebelum server Next hidup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fa8914647a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995678"/>
            <a:ext cx="10927080" cy="3278124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327616-9F06-4681-B0BE-84353EC6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ci. Fungsi: pasang dependensi dari lockfile.</a:t>
            </a:r>
            <a:br/>
            <a:r>
              <a:t>Cara kerja: npm menyusun node_modules; hasil: 37 paket, exit 0.</a:t>
            </a:r>
          </a:p>
        </p:txBody>
      </p:sp>
    </p:spTree>
    <p:extLst>
      <p:ext uri="{BB962C8B-B14F-4D97-AF65-F5344CB8AC3E}">
        <p14:creationId xmlns:p14="http://schemas.microsoft.com/office/powerpoint/2010/main" val="10688577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96fae101544f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be0e9976a4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Halaman Cloud Notes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browser aktual setelah Next.js dan API Lab 06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0b3e2126f4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dev.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894bf762f40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buka UI di localhost:3000.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09443ce09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page.tsx memanggil /api/notes.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3582266cb46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Mode API lokal berarti proxy server 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509940dc748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/api/notes mengisi daftar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a6f346ff1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kosong, cek status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294c481f0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masukkan URL DB ke browser.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 dan daftar catatan tampil di browser.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ccb060eb045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806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7c46f8cf548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4027c333c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Batas browser dan server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Baris source yang menghasilkan jalur Cloud Notes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2f222ac5247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2174" y="1463040"/>
            <a:ext cx="10082892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201567-6950-4964-ABA6-BDDA890A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rg -n pada page.tsx dan route.ts. Fungsi: temukan batas browser/server.</a:t>
            </a:r>
            <a:br/>
            <a:r>
              <a:t>Cara kerja: rg membaca source; hasil: page memanggil /api/notes, server membaca LOCAL_API_URL.</a:t>
            </a:r>
          </a:p>
        </p:txBody>
      </p:sp>
    </p:spTree>
    <p:extLst>
      <p:ext uri="{BB962C8B-B14F-4D97-AF65-F5344CB8AC3E}">
        <p14:creationId xmlns:p14="http://schemas.microsoft.com/office/powerpoint/2010/main" val="20633973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e867c6c1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70010614840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Bedakan liveness dan readiness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berjalan di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panggil endpoint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Invoke-RestMethod http://127.0.0.1:3000/api/health
Invoke-RestMethod http://127.0.0.1:3000/api/ready
# Hentikan API Lab 06, lalu panggil /ready.
# Hidupkan kembali untuk langkah berikutnya.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konsep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= proses Next.js merespons.
/ready = GET ke API Lab 06 /health.
Sukses: 200, status=ready.
Upstream mati: 503, status=unavailable.
AbortSignal.timeout(3000) membatasi tunggu.
Liveness sehat belum tentu siap melayani.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27452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e449046b14e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999a5362e48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Readiness ketika dependensi hidup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 /api/ready memeriksa API Lab 06 dari server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812bb85714c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buka localhost:3000/api/ready.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0480f9273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API Lab 06 siap.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474f7bfc448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server cek upstream /health.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8a61af45644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Respons berisi dependency=lab06-api.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a816f44a1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Browser hanya melihat status ringkas.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37628f8654a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gunakan localhost Lab 06 di Vercel.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b28ed675b44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Cloud butuh backend yang dapat dijangkau.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200 dan status ready.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e502954b844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8716" y="2057400"/>
            <a:ext cx="4684808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63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8249b02c043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610e4aca54d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Readiness saat API dimatikan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gangguan yang diharapkan, bukan kegagalan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84dc5a5d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docker compose stop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52de5c8df4b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ganggu backend Lab 06 saja.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d354c07c34f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/ready 503; Next tetap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f31b8e5d3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UI dapat menampilkan pesan API mati.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491c03abe4f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Hidupkan kembali Compose Lab 06.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2f617fc954e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Ulangi /ready sampai 200.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ecf72a0d247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Pisahkan liveness dan readiness.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 503 mengungkap dependensi yang mati.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fffc45aa748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8582" y="2057400"/>
            <a:ext cx="4945075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420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43a3f54b54c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7e5f54db24e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3a | API berhenti lalu pulih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Perbandingan status setelah restart service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657a59bc3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507" y="1463040"/>
            <a:ext cx="10620225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BAD99B-AD70-4253-B77D-7DB11C7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docker compose start api; GET ready dan notes. Fungsi: bukti pemulihan.</a:t>
            </a:r>
            <a:br/>
            <a:r>
              <a:t>Cara kerja: Next terhubung lagi ke API; hasil: 200/200 dan catatan tetap ada.</a:t>
            </a:r>
          </a:p>
        </p:txBody>
      </p:sp>
    </p:spTree>
    <p:extLst>
      <p:ext uri="{BB962C8B-B14F-4D97-AF65-F5344CB8AC3E}">
        <p14:creationId xmlns:p14="http://schemas.microsoft.com/office/powerpoint/2010/main" val="20338476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f6decc32b4e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e09fa0e9c4e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Buat catatan dan baca hasil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→ /api/notes → API Lab 06 → PostgreSQL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HTTP POST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'{"title":"Praktik Lab 08","content":"Next.js ke API Lab 06"}'
Invoke-RestMethod `
  http://127.0.0.1:3000/api/notes `
  -Method Post -ContentType application/json `
  -Body $body
Invoke-RestMethod `
  http://127.0.0.1:3000/api/notes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memvalidasi title/content.
Server forward JSON ke API Lab 06.
Status 201 dan body dikembalikan.
X-Request-ID membantu cocokkan log.
GET berikutnya membaca daftar Postgres.
Form browser memakai route yang sama.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768604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f7ba4e73d45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bc8dd08c2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Form dan daftar terbaru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UI terlihat melalui Route Handler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6791a0f5a42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isi form lalu klik Simpan.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9fa29ab904a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tulis dan baca catatan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a9022585d4f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POST ke API/DB, lalu GET daftar.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32f8e30ec4c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Judul baru muncul bersama catatan lama.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8d8fc1ad24b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Lab 06 menyimpan di PostgreSQL.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b4017b22241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Refresh browser tetap menampilkan 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4103d888e4c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X-Request-ID terlihat di respons HTTP.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Catatan Praktik Lab 08 muncul dalam daftar.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a77f142da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31377" y="2057400"/>
            <a:ext cx="4459487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677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26efe62044d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28033c39f42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4a | POST, GET, dan Request ID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Route Handler pada jalur empat lapisan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ad471c3e047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5442" y="1463040"/>
            <a:ext cx="9156356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B9CD33-5FBA-4DB5-945F-95C8AED0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lalu GET /api/notes. Fungsi: buktikan simpan dan baca.</a:t>
            </a:r>
            <a:br/>
            <a:r>
              <a:t>Cara kerja: Next proxy ke Lab 06/DB; hasil: 201 + X-Request-ID, lalu GET 200.</a:t>
            </a:r>
          </a:p>
        </p:txBody>
      </p:sp>
    </p:spTree>
    <p:extLst>
      <p:ext uri="{BB962C8B-B14F-4D97-AF65-F5344CB8AC3E}">
        <p14:creationId xmlns:p14="http://schemas.microsoft.com/office/powerpoint/2010/main" val="10711292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fb13d81ec4e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07f06ca0b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validasi dan cek otomatis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Masukan rusak ditolak sebelum forward ke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runner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Invoke-WebRequest `
  http://127.0.0.1:3000/api/notes `
  -Method Post -ContentType application/json `
  -Body '{"content":"tanpa judul"}'
# PowerShell menampilkan error HTTP 400.
npm run check:local
npm run typecheck
npm run build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di route.ts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request.json() gagal → HTTP 400.
title/content kosong → HTTP 400.
Input sah → forward POST ke upstream.
Runner menguji 9 kontrak end-to-end.
TypeScript dan build harus sukses.
Build membaca environment saat build.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835703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5ed204f7f4d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ce9d1408844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5a | Validasi 400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input salah ditolak sebelum mencapai API Lab 06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5f7bbce8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26550" y="1463040"/>
            <a:ext cx="8754139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0AA50E-7AFB-4C31-8FF3-B0C28497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POST tanpa title dan POST JSON rusak. Fungsi: uji validasi server.</a:t>
            </a:r>
            <a:br/>
            <a:r>
              <a:t>Cara kerja: Route Handler menolak sebelum proxy; hasil: keduanya HTTP 400.</a:t>
            </a:r>
          </a:p>
        </p:txBody>
      </p:sp>
    </p:spTree>
    <p:extLst>
      <p:ext uri="{BB962C8B-B14F-4D97-AF65-F5344CB8AC3E}">
        <p14:creationId xmlns:p14="http://schemas.microsoft.com/office/powerpoint/2010/main" val="15074793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90ec18c6440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6614a1353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5b | Sembilan cek lulus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Checker berjalan ketika API Lab 06 sehat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eae68ef9da4a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466614"/>
            <a:ext cx="10927080" cy="433625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60CB76-3DD6-492A-AC3E-07E0AC78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npm run check:local. Fungsi: verifikasi kontrak aplikasi.</a:t>
            </a:r>
            <a:br/>
            <a:r>
              <a:t>Cara kerja: skrip menguji GET/POST dan validasi; hasil: 9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0493377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897bf3fb494e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8f7b9f6c9a47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Build dan kontrak aplikasi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terbaru: route /api/ready sudah ikut dibangun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69842e9d4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npm run typecheck; npm run build.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1b7aacbada47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tipe dan bundle produksi.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6825fefcb4f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tsc cek tipe; Next buat route.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5369124884c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Daftar route memuat /api/ready.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73125fb2f344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Typecheck dan build keluar dengan kode 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ecd6c2cf3d4c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npm run check:local menuntut API hidup.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cac8cb2214f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Target runner: 9 PASS, 0 FAIL.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Typecheck dan build lulus pada source terkini.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d479d835943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66134" y="2623248"/>
            <a:ext cx="4789971" cy="19589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918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b0c6713a64f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8a7c577cc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Push source dan opsi deploy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Lab 08 terpisah; cloud memakai Supabase, bukan localhost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commit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git status --short
git check-ignore .env.local
git add src package.json package-lock.json
git add .env.example README.md
git diff --cached --check
git commit -m "lab08: Cloud Notes Next.js"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 bila akun tersedia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 repo Lab 08 ke Vercel.
Root Directory = root repo Lab 08.
Isi NEXT_PUBLIC_SUPABASE_URL dan
publishable key di Project Settings.
Secret/service role jangan NEXT_PUBLIC_.
Verifikasi URL live dan push auto-deploy.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37396059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b21c9aa0674a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e8a0ef3ef44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Git mengabaikan file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isi commit sebelum push repo milik mahasiswa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9f35cee704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757524"/>
            <a:ext cx="10927080" cy="3754432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2F9236E-9246-4DF1-A4DE-26155931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git check-ignore -v + git diff --cached --check. Fungsi: periksa commit.</a:t>
            </a:r>
            <a:br/>
            <a:r>
              <a:t>Cara kerja: .gitignore menyaring file lokal; hasil: env, node_modules, .next diabaikan.</a:t>
            </a:r>
          </a:p>
        </p:txBody>
      </p:sp>
    </p:spTree>
    <p:extLst>
      <p:ext uri="{BB962C8B-B14F-4D97-AF65-F5344CB8AC3E}">
        <p14:creationId xmlns:p14="http://schemas.microsoft.com/office/powerpoint/2010/main" val="158496164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2026-10-07T19:04:05.1920000Z</dcterms:created>
  <dcterms:modified xsi:type="dcterms:W3CDTF">2026-10-07T19:04:05.1920000Z</dcterms:modified>
</coreProperties>
</file>