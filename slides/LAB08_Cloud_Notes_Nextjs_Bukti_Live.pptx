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5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DB4F6C3-7E1E-4165-A7CB-86DF587C1F48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8   |   100 MENIT</a:t>
            </a:r>
            <a:endParaRPr sz="140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52BF6E-4D5B-4BF3-974D-627B53ADA0CA}"/>
              </a:ext>
            </a:extLst>
          </p:cNvPr>
          <p:cNvSpPr>
            <a:spLocks noGrp="1"/>
          </p:cNvSpPr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+ VERCEL</a:t>
            </a:r>
            <a:endParaRPr sz="440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F43A70F-F5E8-482A-B129-547891546A02}"/>
              </a:ext>
            </a:extLst>
          </p:cNvPr>
          <p:cNvSpPr>
            <a:spLocks noGrp="1"/>
          </p:cNvSpPr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CLOUD NOTES FRONTEND</a:t>
            </a:r>
            <a:endParaRPr sz="240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C707375-F506-4FA6-A856-ADCF27425C12}"/>
              </a:ext>
            </a:extLst>
          </p:cNvPr>
          <p:cNvSpPr>
            <a:spLocks noGrp="1"/>
          </p:cNvSpPr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→ Route Handler → API Compose → PostgreSQL</a:t>
            </a:r>
            <a:endParaRPr sz="160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638E3EC-B711-4552-92CD-A21EE272396B}"/>
              </a:ext>
            </a:extLst>
          </p:cNvPr>
          <p:cNvSpPr>
            <a:spLocks noGrp="1"/>
          </p:cNvSpPr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F301E98-CA69-4022-A660-1FBC1E6E1DFC}"/>
              </a:ext>
            </a:extLst>
          </p:cNvPr>
          <p:cNvSpPr>
            <a:spLocks noGrp="1"/>
          </p:cNvSpPr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8  |  VERCEL DEEP DIVE</a:t>
            </a:r>
            <a:endParaRPr sz="12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8DD2F8E-B770-48C6-86B5-5C7B570362C9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F8F0226-45A1-4FDD-BDAB-B38C7A6870EF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1733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B81816-7BA7-4C06-BA88-B5B5DB1C8BC5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C22927-5839-4640-80B1-54E7F7EBDCE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D0B2953-96A7-4962-BC9B-0F7B1B0B998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87C91D17-E972-4EA0-B66F-B2B5215D3C81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6B53859-6C65-4388-A6A1-EE95476B857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08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FC4183F-5010-4735-BC70-816E11A49463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lokal berjalan tanpa akun; Supabase dan Vercel menjadi perluasan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986C62F-8BF2-4BB6-9C79-2F0341FCEC8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ADB6B50-E019-415C-9AE0-A000E45EF250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A539B76C-2A31-4BAF-8066-94CC175FC21E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 Compose Lab 06</a:t>
            </a:r>
            <a:endParaRPr sz="16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156BAE9C-ACBD-4202-93EC-CFDE2AA48E7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Next.js dari lockfile</a:t>
            </a:r>
            <a:endParaRPr sz="1600"/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62980BB8-E8B8-435B-9D7A-678D1A6158C7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UI Cloud Notes di port 3000</a:t>
            </a:r>
            <a:endParaRPr sz="1600"/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91EE37E5-51BF-420B-A442-EBD1F1949E8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Bedakan /health dan /ready</a:t>
            </a:r>
            <a:endParaRPr sz="1600"/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21E81F79-D4B8-4E1C-A440-2CB7A25AD114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n-NO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GET, POST, validasi 400</a:t>
            </a:r>
            <a:endParaRPr sz="1600"/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F903B3A4-909A-424F-B414-E2EF49F8B4C4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9 cek dan build</a:t>
            </a:r>
            <a:endParaRPr sz="1600"/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804BAC7-FACD-45B3-B994-6EE351246C9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aman; deploy cloud opsional</a:t>
            </a:r>
            <a:endParaRPr sz="160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27DA061B-1E9B-42BE-B9F9-301567526D8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F562716-5BEA-49B9-B313-CBC9E1812EB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E7B48637-95B3-4E6B-95BE-190C028BF00D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UI Cloud Notes dan catatan baru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Bukti /health, /ready, HTTP 400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9 PASS dan build Next.js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tanpa .env.local</a:t>
            </a:r>
            <a:endParaRPr sz="17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5FC90F39-0A0C-4C5E-97F0-96A85FB78E30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F6BCC018-2BEA-400D-A688-46C42106CB48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84467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API dan Next.js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pt-BR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terminal pada dua repo yang terpisah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A: repo Lab 06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docker compose up --build -d
docker compose ps
# API tersedia di 127.0.0.1:8000.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B: repo Lab 08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node --version  # minimal 20.9
npm ci          # versi dari lockfile
Copy-Item .env.example .env.local
npm run dev
# Buka http://localhost:3000.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940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Halaman Cloud Notes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browser aktual setelah Next.js dan API Lab 06 hidup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dev menjalankan Next.js.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Browser membuka host port 3000.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Form Judul dan Isi berasal dari page.tsx.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API lokal berarti proxy server aktif.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GET /api/notes mengisi daftar catatan.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Jika kosong, cek status Lab 06.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Jangan masukkan URL DB ke browser.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Form dan daftar catatan tampil di browser.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7C4808-AC66-AF3E-A0D5-CDA98B0ACEC6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716" y="2057400"/>
            <a:ext cx="4684808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380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Bedakan liveness dan readiness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berjalan di server Next.js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panggil endpoint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Invoke-RestMethod http://127.0.0.1:3000/api/health
Invoke-RestMethod http://127.0.0.1:3000/api/ready
# Hentikan API Lab 06, lalu panggil /ready.
# Hidupkan kembali untuk langkah berikutnya.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konsep route.ts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/health = proses Next.js merespons.
/ready = GET ke API Lab 06 /health.
Sukses: 200, status=ready.
Upstream mati: 503, status=unavailable.
AbortSignal.timeout(3000) membatasi tunggu.
Liveness sehat belum tentu siap melayani.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452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Readiness ketika dependensi hidup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 /api/ready memeriksa API Lab 06 dari server Next.js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Route membaca LOCAL_API_URL di server.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Server memanggil Lab 06 /health.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HTTP 200 berarti dependensi tersedia.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Respons berisi dependency=lab06-api.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Browser hanya melihat status ringkas.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Jangan gunakan localhost Lab 06 di Vercel.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Cloud butuh backend yang dapat dijangkau.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HTTP 200 dan status ready.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2662F0-577B-8115-1557-F68F930FAF80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716" y="2057400"/>
            <a:ext cx="4684808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6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Readiness saat API dimatikan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gangguan yang diharapkan, bukan kegagalan Next.js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Matikan hanya API Lab 06.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Next.js /health tetap dapat 200.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Next.js /ready kini memberi 503.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dapat menampilkan pesan API mati.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Hidupkan kembali Compose Lab 06.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Ulangi /ready sampai 200.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Pisahkan liveness dan readiness.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HTTP 503 mengungkap dependensi yang mati.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3969D1-550D-3A5B-2316-D6FAFAA25D9F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8582" y="2057400"/>
            <a:ext cx="4945075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42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s-E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Buat catatan dan baca hasil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→ /api/notes → API Lab 06 → PostgreSQL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HTTP POST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$body = '{"title":"Praktik Lab 08","content":"Next.js ke API Lab 06"}'
Invoke-RestMethod `
  http://127.0.0.1:3000/api/notes `
  -Method Post -ContentType application/json `
  -Body $body
Invoke-RestMethod `
  http://127.0.0.1:3000/api/notes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route.ts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POST memvalidasi title/content.
Server forward JSON ke API Lab 06.
Status 201 dan body dikembalikan.
X-Request-ID membantu cocokkan log.
GET berikutnya membaca daftar Postgres.
Form browser memakai route yang sama.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604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de-DE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Form dan daftar terbaru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UI terlihat melalui Route Handler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Isi judul dan isi, tekan Simpan.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POST /api/notes membuat catatan.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memuat daftar sesudah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Judul baru muncul bersama catatan lama.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Lab 06 menyimpan di PostgreSQL.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Refresh browser tetap menampilkan data.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X-Request-ID terlihat di respons HTTP.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Catatan Praktik Lab 08 muncul dalam daftar.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8C58F8-3468-2152-8916-EE72BE9DEA2B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377" y="2057400"/>
            <a:ext cx="4459487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967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validasi dan cek otomatis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Masukan rusak ditolak sebelum forward ke Lab 06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dan runner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Invoke-WebRequest `
  http://127.0.0.1:3000/api/notes `
  -Method Post -ContentType application/json `
  -Body '{"content":"tanpa judul"}'
# PowerShell menampilkan error HTTP 400.
npm run check:local
npm run typecheck
npm run build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it-IT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Isi kunci di route.ts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request.json() gagal → HTTP 400.
title/content kosong → HTTP 400.
Input sah → forward POST ke upstream.
Runner menguji 9 kontrak end-to-end.
TypeScript dan build harus sukses.
Build membaca environment saat build.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835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Build dan kontrak aplikasi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build lokal; ulangi setelah perubahan route terbaru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typecheck menjalankan tsc.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build memproses App Router.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Screenshot menunjukkan build sebelumnya.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pl-PL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Pada kode kini /api/ready juga ada.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Jalankan ulang build setelah perubahan.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check:local menuntut API hidup.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Target runner: 9 PASS, 0 FAIL.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Screenshot membuktikan typecheck/build pada versi awal.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9D640C-8338-6CF3-395D-09752CF7DEBF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34" y="2057400"/>
            <a:ext cx="4789971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691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Push source dan opsi deploy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Lab 08 terpisah; cloud memakai Supabase, bukan localhost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commit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git status --short
git check-ignore .env.local
git add src package.json package-lock.json
git add .env.example README.md
git diff --cached --check
git commit -m "lab08: Cloud Notes Next.js"
git push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Vercel bila akun tersedia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Import repo Lab 08 ke Vercel.
Root Directory = root repo Lab 08.
Isi NEXT_PUBLIC_SUPABASE_URL dan
publishable key di Project Settings.
Secret/service role jangan NEXT_PUBLIC_.
Verifikasi URL live dan push auto-deploy.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960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1272</Words>
  <Application>Microsoft Office PowerPoint</Application>
  <DocSecurity>0</DocSecurity>
  <PresentationFormat>Widescreen</PresentationFormat>
  <Paragraphs>139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Budi Juarto</cp:lastModifiedBy>
  <cp:revision>1</cp:revision>
  <dcterms:created xsi:type="dcterms:W3CDTF">2026-10-01T00:51:24Z</dcterms:created>
  <dcterms:modified xsi:type="dcterms:W3CDTF">2026-10-07T13:00:38Z</dcterms:modified>
</cp:coreProperties>
</file>