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e887cd8f774135" /><Relationship Type="http://schemas.openxmlformats.org/officeDocument/2006/relationships/extended-properties" Target="/docProps/app.xml" Id="Rfe99f59bdbee4a0d" /><Relationship Type="http://schemas.openxmlformats.org/officeDocument/2006/relationships/officeDocument" Target="/ppt/presentation.xml" Id="R95bb2bbab63141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e5ddcd472d4423"/>
  </p:sldMasterIdLst>
  <p:notesMasterIdLst>
    <p:notesMasterId xmlns:r="http://schemas.openxmlformats.org/officeDocument/2006/relationships" r:id="R1546c82ba3e94d71"/>
  </p:notesMasterIdLst>
  <p:sldIdLst>
    <p:sldId xmlns:r="http://schemas.openxmlformats.org/officeDocument/2006/relationships" id="256" r:id="Rf6cda5519e614121"/>
    <p:sldId xmlns:r="http://schemas.openxmlformats.org/officeDocument/2006/relationships" id="257" r:id="R7f1e63c74e2046b3"/>
    <p:sldId xmlns:r="http://schemas.openxmlformats.org/officeDocument/2006/relationships" id="258" r:id="R71ff617a8d334451"/>
    <p:sldId xmlns:r="http://schemas.openxmlformats.org/officeDocument/2006/relationships" id="259" r:id="R6fd2998db4af424c"/>
    <p:sldId xmlns:r="http://schemas.openxmlformats.org/officeDocument/2006/relationships" id="260" r:id="R2f14d20f6316452a"/>
    <p:sldId xmlns:r="http://schemas.openxmlformats.org/officeDocument/2006/relationships" id="261" r:id="R1d751a7ff9f447b9"/>
    <p:sldId xmlns:r="http://schemas.openxmlformats.org/officeDocument/2006/relationships" id="262" r:id="Rd360b0fc89b34e6b"/>
    <p:sldId xmlns:r="http://schemas.openxmlformats.org/officeDocument/2006/relationships" id="263" r:id="R0975ef2f4d174a69"/>
    <p:sldId xmlns:r="http://schemas.openxmlformats.org/officeDocument/2006/relationships" id="264" r:id="Rd671be2f639d46cb"/>
    <p:sldId xmlns:r="http://schemas.openxmlformats.org/officeDocument/2006/relationships" id="265" r:id="Rb7cdbc9a34d9457f"/>
    <p:sldId xmlns:r="http://schemas.openxmlformats.org/officeDocument/2006/relationships" id="266" r:id="Rebe7ed8e510c423b"/>
    <p:sldId xmlns:r="http://schemas.openxmlformats.org/officeDocument/2006/relationships" id="267" r:id="R99b3503e37a543e2"/>
    <p:sldId xmlns:r="http://schemas.openxmlformats.org/officeDocument/2006/relationships" id="268" r:id="R82b233d5fff44d63"/>
    <p:sldId xmlns:r="http://schemas.openxmlformats.org/officeDocument/2006/relationships" id="269" r:id="Re7cd5c1eb7a94438"/>
    <p:sldId xmlns:r="http://schemas.openxmlformats.org/officeDocument/2006/relationships" id="270" r:id="R96a78c2794634741"/>
    <p:sldId xmlns:r="http://schemas.openxmlformats.org/officeDocument/2006/relationships" id="271" r:id="R8eaa4f1817114c3b"/>
    <p:sldId xmlns:r="http://schemas.openxmlformats.org/officeDocument/2006/relationships" id="272" r:id="Rb379b4ec3a30463e"/>
    <p:sldId xmlns:r="http://schemas.openxmlformats.org/officeDocument/2006/relationships" id="273" r:id="R6b1d27364829408e"/>
    <p:sldId xmlns:r="http://schemas.openxmlformats.org/officeDocument/2006/relationships" id="274" r:id="Rf07279f27b01490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281998aa384d5a" /><Relationship Type="http://schemas.openxmlformats.org/officeDocument/2006/relationships/slideMaster" Target="/ppt/slideMasters/slideMaster1.xml" Id="R98e5ddcd472d4423" /><Relationship Type="http://schemas.openxmlformats.org/officeDocument/2006/relationships/notesMaster" Target="/ppt/notesMasters/notesMaster1.xml" Id="R1546c82ba3e94d71" /><Relationship Type="http://schemas.openxmlformats.org/officeDocument/2006/relationships/presProps" Target="/ppt/presProps.xml" Id="R4af463c1a2434855" /><Relationship Type="http://schemas.openxmlformats.org/officeDocument/2006/relationships/viewProps" Target="/ppt/viewProps.xml" Id="Rbce505652cd64b21" /><Relationship Type="http://schemas.openxmlformats.org/officeDocument/2006/relationships/tableStyles" Target="/ppt/tableStyles.xml" Id="R56dff6d4f15a4585" /><Relationship Type="http://schemas.openxmlformats.org/officeDocument/2006/relationships/slide" Target="/ppt/slides/slide1.xml" Id="Rf6cda5519e614121" /><Relationship Type="http://schemas.openxmlformats.org/officeDocument/2006/relationships/slide" Target="/ppt/slides/slide2.xml" Id="R7f1e63c74e2046b3" /><Relationship Type="http://schemas.openxmlformats.org/officeDocument/2006/relationships/slide" Target="/ppt/slides/slide3.xml" Id="R71ff617a8d334451" /><Relationship Type="http://schemas.openxmlformats.org/officeDocument/2006/relationships/slide" Target="/ppt/slides/slide4.xml" Id="R6fd2998db4af424c" /><Relationship Type="http://schemas.openxmlformats.org/officeDocument/2006/relationships/slide" Target="/ppt/slides/slide5.xml" Id="R2f14d20f6316452a" /><Relationship Type="http://schemas.openxmlformats.org/officeDocument/2006/relationships/slide" Target="/ppt/slides/slide6.xml" Id="R1d751a7ff9f447b9" /><Relationship Type="http://schemas.openxmlformats.org/officeDocument/2006/relationships/slide" Target="/ppt/slides/slide7.xml" Id="Rd360b0fc89b34e6b" /><Relationship Type="http://schemas.openxmlformats.org/officeDocument/2006/relationships/slide" Target="/ppt/slides/slide8.xml" Id="R0975ef2f4d174a69" /><Relationship Type="http://schemas.openxmlformats.org/officeDocument/2006/relationships/slide" Target="/ppt/slides/slide9.xml" Id="Rd671be2f639d46cb" /><Relationship Type="http://schemas.openxmlformats.org/officeDocument/2006/relationships/slide" Target="/ppt/slides/slide10.xml" Id="Rb7cdbc9a34d9457f" /><Relationship Type="http://schemas.openxmlformats.org/officeDocument/2006/relationships/slide" Target="/ppt/slides/slide11.xml" Id="Rebe7ed8e510c423b" /><Relationship Type="http://schemas.openxmlformats.org/officeDocument/2006/relationships/slide" Target="/ppt/slides/slide12.xml" Id="R99b3503e37a543e2" /><Relationship Type="http://schemas.openxmlformats.org/officeDocument/2006/relationships/slide" Target="/ppt/slides/slide13.xml" Id="R82b233d5fff44d63" /><Relationship Type="http://schemas.openxmlformats.org/officeDocument/2006/relationships/slide" Target="/ppt/slides/slide14.xml" Id="Re7cd5c1eb7a94438" /><Relationship Type="http://schemas.openxmlformats.org/officeDocument/2006/relationships/slide" Target="/ppt/slides/slide15.xml" Id="R96a78c2794634741" /><Relationship Type="http://schemas.openxmlformats.org/officeDocument/2006/relationships/slide" Target="/ppt/slides/slide16.xml" Id="R8eaa4f1817114c3b" /><Relationship Type="http://schemas.openxmlformats.org/officeDocument/2006/relationships/slide" Target="/ppt/slides/slide17.xml" Id="Rb379b4ec3a30463e" /><Relationship Type="http://schemas.openxmlformats.org/officeDocument/2006/relationships/slide" Target="/ppt/slides/slide18.xml" Id="R6b1d27364829408e" /><Relationship Type="http://schemas.openxmlformats.org/officeDocument/2006/relationships/slide" Target="/ppt/slides/slide19.xml" Id="Rf07279f27b0149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576fe8b55f436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40d99e104142e2" /><Relationship Type="http://schemas.openxmlformats.org/officeDocument/2006/relationships/notesMaster" Target="/ppt/notesMasters/notesMaster1.xml" Id="Ra0409f3f7c6344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c73d95b7104f41" /><Relationship Type="http://schemas.openxmlformats.org/officeDocument/2006/relationships/notesMaster" Target="/ppt/notesMasters/notesMaster1.xml" Id="R085c06a7e79943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facfa97f454786" /><Relationship Type="http://schemas.openxmlformats.org/officeDocument/2006/relationships/notesMaster" Target="/ppt/notesMasters/notesMaster1.xml" Id="Re449a25a117044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5350a38b07e4249" /><Relationship Type="http://schemas.openxmlformats.org/officeDocument/2006/relationships/notesMaster" Target="/ppt/notesMasters/notesMaster1.xml" Id="Rba4e5c96f8ed4e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9e42a1294e4600" /><Relationship Type="http://schemas.openxmlformats.org/officeDocument/2006/relationships/notesMaster" Target="/ppt/notesMasters/notesMaster1.xml" Id="R001965047dd846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ec0f7905dff418e" /><Relationship Type="http://schemas.openxmlformats.org/officeDocument/2006/relationships/notesMaster" Target="/ppt/notesMasters/notesMaster1.xml" Id="R7e2f8a9ea0904a5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4fc5a17c734c45" /><Relationship Type="http://schemas.openxmlformats.org/officeDocument/2006/relationships/notesMaster" Target="/ppt/notesMasters/notesMaster1.xml" Id="R67aeb01b25b244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87025b08ca4e6d" /><Relationship Type="http://schemas.openxmlformats.org/officeDocument/2006/relationships/notesMaster" Target="/ppt/notesMasters/notesMaster1.xml" Id="R58354aa1639f47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2110a67d46b4bc6" /><Relationship Type="http://schemas.openxmlformats.org/officeDocument/2006/relationships/notesMaster" Target="/ppt/notesMasters/notesMaster1.xml" Id="R4d46cf11a637409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ac5323a05594ad2" /><Relationship Type="http://schemas.openxmlformats.org/officeDocument/2006/relationships/notesMaster" Target="/ppt/notesMasters/notesMaster1.xml" Id="R035d203886df426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8aa79135f28424d" /><Relationship Type="http://schemas.openxmlformats.org/officeDocument/2006/relationships/notesMaster" Target="/ppt/notesMasters/notesMaster1.xml" Id="R8952f67b05bc4f3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bcb108ab954f21" /><Relationship Type="http://schemas.openxmlformats.org/officeDocument/2006/relationships/notesMaster" Target="/ppt/notesMasters/notesMaster1.xml" Id="Rd980bc7ce24247e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b5a9beea5ca4217" /><Relationship Type="http://schemas.openxmlformats.org/officeDocument/2006/relationships/notesMaster" Target="/ppt/notesMasters/notesMaster1.xml" Id="R7b373d4de8d5485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c490086f6eb4c50" /><Relationship Type="http://schemas.openxmlformats.org/officeDocument/2006/relationships/notesMaster" Target="/ppt/notesMasters/notesMaster1.xml" Id="R11b12b89b77d492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f5a4430c4d0479e" /><Relationship Type="http://schemas.openxmlformats.org/officeDocument/2006/relationships/notesMaster" Target="/ppt/notesMasters/notesMaster1.xml" Id="R877a9ded2f66487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92c26a9f4144290" /><Relationship Type="http://schemas.openxmlformats.org/officeDocument/2006/relationships/notesMaster" Target="/ppt/notesMasters/notesMaster1.xml" Id="R7a02899b48cc4ef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3992e25ff20413f" /><Relationship Type="http://schemas.openxmlformats.org/officeDocument/2006/relationships/notesMaster" Target="/ppt/notesMasters/notesMaster1.xml" Id="R5376f1b6db2944f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51456fda0cb494e" /><Relationship Type="http://schemas.openxmlformats.org/officeDocument/2006/relationships/notesMaster" Target="/ppt/notesMasters/notesMaster1.xml" Id="R8f16f82f7e1d48d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a0970a888d64657" /><Relationship Type="http://schemas.openxmlformats.org/officeDocument/2006/relationships/notesMaster" Target="/ppt/notesMasters/notesMaster1.xml" Id="R608ed6abfaae4b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npm ci. Fungsi: memasang paket dari package-lock.json. Cara kerja: npm membangun ulang node_modules. Hasil: 37 paket, 0 vulnerability, exit 0. Output lengkap screenshots/13_npm_ci.txt.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rg -n 'use client|fetch|LOCAL_API_URL|export async function' src/app/page.tsx src/app/api/notes/route.ts. Fungsi: menelusuri kode. Cara kerja: rg membaca source. Hasil: halaman adalah Client Component, Route Handler memegang URL API privat. Output lengkap screenshots/15_source_tour.txt.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docker compose stop api; probe /api/health, /api/ready, /api/notes; docker compose start api; probe lagi. Fungsi: membedakan liveness dan readiness serta memastikan data pulih. Cara kerja: Next tetap hidup ketika API mati; PostgreSQL tidak dihentikan. Hasil: outage 200/503/503, pulih 200/200 dan catatan lama ditemukan. Output lengkap screenshots/18_outage_probe.txt dan 19_pemulihan.txt.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Invoke-WebRequest POST /api/notes dengan title/content, lalu GET /api/notes. Fungsi: membuktikan tulis/baca dan korelasi log. Cara kerja: Next meneruskan ke API Lab 06; PostgreSQL menyimpan. Hasil: HTTP 201, header X-Request-ID, GET 200. ID cocok dengan event notes_proxy di terminal Next. Output lengkap screenshots/16_post_request_id.txt.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dua POST /api/notes dengan payload tidak valid. Fungsi: memisahkan kesalahan pengguna dari outage. Cara kerja: Route Handler memvalidasi sebelum proxy. Hasil: HTTP 400 dengan pesan judul wajib dan JSON tidak valid. Output lengkap screenshots/17_validasi_aktual.txt.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npm run check:local. Fungsi: menguji liveness, readiness, validasi, POST, GET, dan header request ID. Cara kerja: tests/challenge.mjs memanggil Next dan menyimpan catatan uji. Hasil: 9 PASS, 0 FAIL. Ini output aktual yang ditata ulang.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Perintah: npm run typecheck; npm run build. Fungsi: verifikasi tipe dan bundel produksi. Cara kerja: tsc memeriksa TypeScript, Next menyusun App Router. Hasil: keduanya exit 0; /api/ready tercantum. Screenshot ringkas berasal dari output aktual screenshots/21_build_aktual.txt.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git status --short; git check-ignore -v .env.local node_modules .next; git diff --cached --check. Fungsi: mencegah secret dan hasil build ikut commit. Cara kerja: .gitignore menyaring tiga path. Hasil: ketiganya diabaikan; contoh belum membuktikan push mahasiswa. Output lengkap screenshots/20_git_aman.txt.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5717337fb44da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ea156ede834194" /><Relationship Type="http://schemas.openxmlformats.org/officeDocument/2006/relationships/slideLayout" Target="/ppt/slideLayouts/slideLayout1.xml" Id="R49dfaff3b6e8421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dfaff3b6e8421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907a05c434eee" /><Relationship Type="http://schemas.openxmlformats.org/officeDocument/2006/relationships/image" Target="/ppt/media/image.jpeg" Id="Rbef72ec11fb2425d" /><Relationship Type="http://schemas.openxmlformats.org/officeDocument/2006/relationships/image" Target="/ppt/media/image.png" Id="R34b0ecc98b9b49f3" /><Relationship Type="http://schemas.openxmlformats.org/officeDocument/2006/relationships/image" Target="/ppt/media/image2.png" Id="R422404e30c0d46a1" /><Relationship Type="http://schemas.openxmlformats.org/officeDocument/2006/relationships/notesSlide" Target="/ppt/notesSlides/notesSlide1.xml" Id="Re236ecd4faba4c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93f64f691441d" /><Relationship Type="http://schemas.openxmlformats.org/officeDocument/2006/relationships/image" Target="/ppt/media/image.png" Id="R5ace2e95008b4ceb" /><Relationship Type="http://schemas.openxmlformats.org/officeDocument/2006/relationships/image" Target="/ppt/media/image2.png" Id="R0756cd0aaa3740af" /><Relationship Type="http://schemas.openxmlformats.org/officeDocument/2006/relationships/image" Target="/ppt/media/image3.png" Id="R83147767613f43a5" /><Relationship Type="http://schemas.openxmlformats.org/officeDocument/2006/relationships/image" Target="/ppt/media/image4.png" Id="R12435fd2ea774bc4" /><Relationship Type="http://schemas.openxmlformats.org/officeDocument/2006/relationships/image" Target="/ppt/media/image5.png" Id="R665fdbf4f3ca48ab" /><Relationship Type="http://schemas.openxmlformats.org/officeDocument/2006/relationships/image" Target="/ppt/media/image6.png" Id="R1fb6733f9f044c1c" /><Relationship Type="http://schemas.openxmlformats.org/officeDocument/2006/relationships/image" Target="/ppt/media/image7.png" Id="R3ce94d8f1a224b20" /><Relationship Type="http://schemas.openxmlformats.org/officeDocument/2006/relationships/image" Target="/ppt/media/image8.png" Id="R682ce87a81ec4244" /><Relationship Type="http://schemas.openxmlformats.org/officeDocument/2006/relationships/image" Target="/ppt/media/image9.png" Id="Rd4a14f3298254e34" /><Relationship Type="http://schemas.openxmlformats.org/officeDocument/2006/relationships/notesSlide" Target="/ppt/notesSlides/notesSlide2.xml" Id="R5d1062b6a70441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5c499588464c05" /><Relationship Type="http://schemas.openxmlformats.org/officeDocument/2006/relationships/image" Target="/ppt/media/image.png" Id="Rf174d7fedfd34fb7" /><Relationship Type="http://schemas.openxmlformats.org/officeDocument/2006/relationships/image" Target="/ppt/media/image2.png" Id="R75cc9338e32d4487" /><Relationship Type="http://schemas.openxmlformats.org/officeDocument/2006/relationships/notesSlide" Target="/ppt/notesSlides/notesSlide3.xml" Id="R3ff0bfcf00924b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f5349d6c949be" /><Relationship Type="http://schemas.openxmlformats.org/officeDocument/2006/relationships/image" Target="/ppt/media/image.png" Id="R7dbe4d3f106d4c1b" /><Relationship Type="http://schemas.openxmlformats.org/officeDocument/2006/relationships/image" Target="/ppt/media/image2.png" Id="Rfb9d000435ed4a50" /><Relationship Type="http://schemas.openxmlformats.org/officeDocument/2006/relationships/image" Target="/ppt/media/image10.png" Id="R239ed9b7bb824f9c" /><Relationship Type="http://schemas.openxmlformats.org/officeDocument/2006/relationships/notesSlide" Target="/ppt/notesSlides/notesSlide4.xml" Id="R89b9d8df21154a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e5c13105444eb5" /><Relationship Type="http://schemas.openxmlformats.org/officeDocument/2006/relationships/image" Target="/ppt/media/image.png" Id="R80928b2cde564cdd" /><Relationship Type="http://schemas.openxmlformats.org/officeDocument/2006/relationships/image" Target="/ppt/media/image2.png" Id="R681750ee67834334" /><Relationship Type="http://schemas.openxmlformats.org/officeDocument/2006/relationships/image" Target="/ppt/media/image3.png" Id="Rb3031082bc37476f" /><Relationship Type="http://schemas.openxmlformats.org/officeDocument/2006/relationships/image" Target="/ppt/media/image4.png" Id="R64e41a0a5ed442b7" /><Relationship Type="http://schemas.openxmlformats.org/officeDocument/2006/relationships/image" Target="/ppt/media/image5.png" Id="R4b6b8cdba6f44f63" /><Relationship Type="http://schemas.openxmlformats.org/officeDocument/2006/relationships/image" Target="/ppt/media/image6.png" Id="R28823a229a6f4a13" /><Relationship Type="http://schemas.openxmlformats.org/officeDocument/2006/relationships/image" Target="/ppt/media/image7.png" Id="R1f849d476760412e" /><Relationship Type="http://schemas.openxmlformats.org/officeDocument/2006/relationships/image" Target="/ppt/media/image8.png" Id="R9d6fc9e247c2407b" /><Relationship Type="http://schemas.openxmlformats.org/officeDocument/2006/relationships/image" Target="/ppt/media/image9.png" Id="R7021ca66dee242b6" /><Relationship Type="http://schemas.openxmlformats.org/officeDocument/2006/relationships/image" Target="/ppt/media/image11.png" Id="Ra3e718af2d8c4c2b" /><Relationship Type="http://schemas.openxmlformats.org/officeDocument/2006/relationships/notesSlide" Target="/ppt/notesSlides/notesSlide5.xml" Id="R7e8cd5954f144e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0ee5efe7c4703" /><Relationship Type="http://schemas.openxmlformats.org/officeDocument/2006/relationships/image" Target="/ppt/media/image.png" Id="R8d02ca7f5f4c4a8d" /><Relationship Type="http://schemas.openxmlformats.org/officeDocument/2006/relationships/image" Target="/ppt/media/image2.png" Id="R183e1f5261bf48e2" /><Relationship Type="http://schemas.openxmlformats.org/officeDocument/2006/relationships/image" Target="/ppt/media/image12.png" Id="R3664be2e0fe14e84" /><Relationship Type="http://schemas.openxmlformats.org/officeDocument/2006/relationships/notesSlide" Target="/ppt/notesSlides/notesSlide6.xml" Id="R7b88192da0e048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ba67b4cfc04be1" /><Relationship Type="http://schemas.openxmlformats.org/officeDocument/2006/relationships/image" Target="/ppt/media/image.png" Id="Rcc34783981a2410c" /><Relationship Type="http://schemas.openxmlformats.org/officeDocument/2006/relationships/image" Target="/ppt/media/image2.png" Id="Rd5ddd035c1434535" /><Relationship Type="http://schemas.openxmlformats.org/officeDocument/2006/relationships/notesSlide" Target="/ppt/notesSlides/notesSlide7.xml" Id="R40cb14d0cd754e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a62002c77445ac" /><Relationship Type="http://schemas.openxmlformats.org/officeDocument/2006/relationships/image" Target="/ppt/media/image.png" Id="Rb44db6e29cb644ed" /><Relationship Type="http://schemas.openxmlformats.org/officeDocument/2006/relationships/image" Target="/ppt/media/image2.png" Id="R04190d19551541b1" /><Relationship Type="http://schemas.openxmlformats.org/officeDocument/2006/relationships/image" Target="/ppt/media/image3.png" Id="R997c2495c9774e5e" /><Relationship Type="http://schemas.openxmlformats.org/officeDocument/2006/relationships/image" Target="/ppt/media/image4.png" Id="Rad77ff29d5db4f8d" /><Relationship Type="http://schemas.openxmlformats.org/officeDocument/2006/relationships/image" Target="/ppt/media/image5.png" Id="R768afcb7c3d44fcd" /><Relationship Type="http://schemas.openxmlformats.org/officeDocument/2006/relationships/image" Target="/ppt/media/image6.png" Id="R868f888120f5442e" /><Relationship Type="http://schemas.openxmlformats.org/officeDocument/2006/relationships/image" Target="/ppt/media/image7.png" Id="Rd02517da0ff542ea" /><Relationship Type="http://schemas.openxmlformats.org/officeDocument/2006/relationships/image" Target="/ppt/media/image8.png" Id="Red2be71f9b4b460e" /><Relationship Type="http://schemas.openxmlformats.org/officeDocument/2006/relationships/image" Target="/ppt/media/image9.png" Id="Rcfe8436f8562406b" /><Relationship Type="http://schemas.openxmlformats.org/officeDocument/2006/relationships/image" Target="/ppt/media/image13.png" Id="R854b0ff5d7214b73" /><Relationship Type="http://schemas.openxmlformats.org/officeDocument/2006/relationships/notesSlide" Target="/ppt/notesSlides/notesSlide8.xml" Id="Ra60c3a87345d4a9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cddab8bf44c4a" /><Relationship Type="http://schemas.openxmlformats.org/officeDocument/2006/relationships/image" Target="/ppt/media/image.png" Id="R3e020d6746f94cb7" /><Relationship Type="http://schemas.openxmlformats.org/officeDocument/2006/relationships/image" Target="/ppt/media/image2.png" Id="R89070d16fa57467c" /><Relationship Type="http://schemas.openxmlformats.org/officeDocument/2006/relationships/image" Target="/ppt/media/image3.png" Id="R48fe01f292144eca" /><Relationship Type="http://schemas.openxmlformats.org/officeDocument/2006/relationships/image" Target="/ppt/media/image4.png" Id="R5d35612f53874a25" /><Relationship Type="http://schemas.openxmlformats.org/officeDocument/2006/relationships/image" Target="/ppt/media/image5.png" Id="R527abaf07834417f" /><Relationship Type="http://schemas.openxmlformats.org/officeDocument/2006/relationships/image" Target="/ppt/media/image6.png" Id="R4a184552757246a7" /><Relationship Type="http://schemas.openxmlformats.org/officeDocument/2006/relationships/image" Target="/ppt/media/image7.png" Id="R6a2cef702d624ac6" /><Relationship Type="http://schemas.openxmlformats.org/officeDocument/2006/relationships/image" Target="/ppt/media/image8.png" Id="Rf67b65600d9b4d6c" /><Relationship Type="http://schemas.openxmlformats.org/officeDocument/2006/relationships/image" Target="/ppt/media/image9.png" Id="R464ab4f7c13f4d9a" /><Relationship Type="http://schemas.openxmlformats.org/officeDocument/2006/relationships/image" Target="/ppt/media/image14.png" Id="R1e50667e76da4e10" /><Relationship Type="http://schemas.openxmlformats.org/officeDocument/2006/relationships/notesSlide" Target="/ppt/notesSlides/notesSlide9.xml" Id="R60ebe8d355a1428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eb4d50a074d55" /><Relationship Type="http://schemas.openxmlformats.org/officeDocument/2006/relationships/image" Target="/ppt/media/image.png" Id="R49826c0433184adf" /><Relationship Type="http://schemas.openxmlformats.org/officeDocument/2006/relationships/image" Target="/ppt/media/image2.png" Id="R1e12f6bddb1742bd" /><Relationship Type="http://schemas.openxmlformats.org/officeDocument/2006/relationships/image" Target="/ppt/media/image15.png" Id="Rdfbb3cfe1244413f" /><Relationship Type="http://schemas.openxmlformats.org/officeDocument/2006/relationships/notesSlide" Target="/ppt/notesSlides/notesSlide10.xml" Id="R84db164ca1c649d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7e544381c43db" /><Relationship Type="http://schemas.openxmlformats.org/officeDocument/2006/relationships/image" Target="/ppt/media/image.png" Id="Rd1fd29ef9b834415" /><Relationship Type="http://schemas.openxmlformats.org/officeDocument/2006/relationships/image" Target="/ppt/media/image2.png" Id="R7c4a2d6718994028" /><Relationship Type="http://schemas.openxmlformats.org/officeDocument/2006/relationships/notesSlide" Target="/ppt/notesSlides/notesSlide11.xml" Id="Ra85826d6c9bb4ef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7039da0de4446" /><Relationship Type="http://schemas.openxmlformats.org/officeDocument/2006/relationships/image" Target="/ppt/media/image.png" Id="R901f316049154e19" /><Relationship Type="http://schemas.openxmlformats.org/officeDocument/2006/relationships/image" Target="/ppt/media/image2.png" Id="Rfc02a249bd584fcd" /><Relationship Type="http://schemas.openxmlformats.org/officeDocument/2006/relationships/image" Target="/ppt/media/image3.png" Id="R44e2457956114e80" /><Relationship Type="http://schemas.openxmlformats.org/officeDocument/2006/relationships/image" Target="/ppt/media/image4.png" Id="Rbcb574eb67684712" /><Relationship Type="http://schemas.openxmlformats.org/officeDocument/2006/relationships/image" Target="/ppt/media/image5.png" Id="R1e292df40c344ff9" /><Relationship Type="http://schemas.openxmlformats.org/officeDocument/2006/relationships/image" Target="/ppt/media/image6.png" Id="R805c940da95e47ee" /><Relationship Type="http://schemas.openxmlformats.org/officeDocument/2006/relationships/image" Target="/ppt/media/image7.png" Id="R0d4aec285b95450b" /><Relationship Type="http://schemas.openxmlformats.org/officeDocument/2006/relationships/image" Target="/ppt/media/image8.png" Id="R5b0a7950431c44ea" /><Relationship Type="http://schemas.openxmlformats.org/officeDocument/2006/relationships/image" Target="/ppt/media/image9.png" Id="Rfbeefe07e1d948b9" /><Relationship Type="http://schemas.openxmlformats.org/officeDocument/2006/relationships/image" Target="/ppt/media/image16.png" Id="R154968f9b39945c1" /><Relationship Type="http://schemas.openxmlformats.org/officeDocument/2006/relationships/notesSlide" Target="/ppt/notesSlides/notesSlide12.xml" Id="R3b8e1dc0ecb9401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9b96e25974c01" /><Relationship Type="http://schemas.openxmlformats.org/officeDocument/2006/relationships/image" Target="/ppt/media/image.png" Id="Rd496af11b6fe4bc4" /><Relationship Type="http://schemas.openxmlformats.org/officeDocument/2006/relationships/image" Target="/ppt/media/image2.png" Id="R796b4ad6e8b640b1" /><Relationship Type="http://schemas.openxmlformats.org/officeDocument/2006/relationships/image" Target="/ppt/media/image17.png" Id="R618755da4e824644" /><Relationship Type="http://schemas.openxmlformats.org/officeDocument/2006/relationships/notesSlide" Target="/ppt/notesSlides/notesSlide13.xml" Id="Rcb8cd9767c5543d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e6f3c6b90e439b" /><Relationship Type="http://schemas.openxmlformats.org/officeDocument/2006/relationships/image" Target="/ppt/media/image.png" Id="R526670ecbcc24d43" /><Relationship Type="http://schemas.openxmlformats.org/officeDocument/2006/relationships/image" Target="/ppt/media/image2.png" Id="R0cc41c0ea2d64b76" /><Relationship Type="http://schemas.openxmlformats.org/officeDocument/2006/relationships/notesSlide" Target="/ppt/notesSlides/notesSlide14.xml" Id="Rfed700313574431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ccf8520ce64149" /><Relationship Type="http://schemas.openxmlformats.org/officeDocument/2006/relationships/image" Target="/ppt/media/image.png" Id="Raaf2c814c69b49f6" /><Relationship Type="http://schemas.openxmlformats.org/officeDocument/2006/relationships/image" Target="/ppt/media/image2.png" Id="R8f2af0ce72d24cb2" /><Relationship Type="http://schemas.openxmlformats.org/officeDocument/2006/relationships/image" Target="/ppt/media/image18.png" Id="Rb010e930d6cc4b77" /><Relationship Type="http://schemas.openxmlformats.org/officeDocument/2006/relationships/notesSlide" Target="/ppt/notesSlides/notesSlide15.xml" Id="R5bfad71811eb4cb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ff5e894ab6470b" /><Relationship Type="http://schemas.openxmlformats.org/officeDocument/2006/relationships/image" Target="/ppt/media/image.png" Id="R8275741996c54ff8" /><Relationship Type="http://schemas.openxmlformats.org/officeDocument/2006/relationships/image" Target="/ppt/media/image2.png" Id="R72a756ece95b484d" /><Relationship Type="http://schemas.openxmlformats.org/officeDocument/2006/relationships/image" Target="/ppt/media/image19.png" Id="R649fae8cd3ef476c" /><Relationship Type="http://schemas.openxmlformats.org/officeDocument/2006/relationships/notesSlide" Target="/ppt/notesSlides/notesSlide16.xml" Id="Rd56c0660142446d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c39cbef1b4c2a" /><Relationship Type="http://schemas.openxmlformats.org/officeDocument/2006/relationships/image" Target="/ppt/media/image.png" Id="Ra84cc472d7b94757" /><Relationship Type="http://schemas.openxmlformats.org/officeDocument/2006/relationships/image" Target="/ppt/media/image2.png" Id="R3f5af150fc69464e" /><Relationship Type="http://schemas.openxmlformats.org/officeDocument/2006/relationships/image" Target="/ppt/media/image3.png" Id="Rcb3614886a9c49b9" /><Relationship Type="http://schemas.openxmlformats.org/officeDocument/2006/relationships/image" Target="/ppt/media/image4.png" Id="R01ca607bae8d4531" /><Relationship Type="http://schemas.openxmlformats.org/officeDocument/2006/relationships/image" Target="/ppt/media/image5.png" Id="R84d6a237d19c4d51" /><Relationship Type="http://schemas.openxmlformats.org/officeDocument/2006/relationships/image" Target="/ppt/media/image6.png" Id="Reabf4d61b5e34459" /><Relationship Type="http://schemas.openxmlformats.org/officeDocument/2006/relationships/image" Target="/ppt/media/image7.png" Id="Rdccfd03e2ca44060" /><Relationship Type="http://schemas.openxmlformats.org/officeDocument/2006/relationships/image" Target="/ppt/media/image8.png" Id="R0931c4987fc94c2e" /><Relationship Type="http://schemas.openxmlformats.org/officeDocument/2006/relationships/image" Target="/ppt/media/image9.png" Id="Rf5a94493eb8548f1" /><Relationship Type="http://schemas.openxmlformats.org/officeDocument/2006/relationships/image" Target="/ppt/media/image20.png" Id="R82002edba13143c8" /><Relationship Type="http://schemas.openxmlformats.org/officeDocument/2006/relationships/notesSlide" Target="/ppt/notesSlides/notesSlide17.xml" Id="Rfbab60b07c0a430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1ae0bff2da44ce" /><Relationship Type="http://schemas.openxmlformats.org/officeDocument/2006/relationships/image" Target="/ppt/media/image.png" Id="Ra16f19ab9b344fc2" /><Relationship Type="http://schemas.openxmlformats.org/officeDocument/2006/relationships/image" Target="/ppt/media/image2.png" Id="R943132b1bbcf4a82" /><Relationship Type="http://schemas.openxmlformats.org/officeDocument/2006/relationships/notesSlide" Target="/ppt/notesSlides/notesSlide18.xml" Id="R8f7d30cf742b4b2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bcb841aae74865" /><Relationship Type="http://schemas.openxmlformats.org/officeDocument/2006/relationships/image" Target="/ppt/media/image.png" Id="R682825586216407b" /><Relationship Type="http://schemas.openxmlformats.org/officeDocument/2006/relationships/image" Target="/ppt/media/image2.png" Id="R1918962a47254aad" /><Relationship Type="http://schemas.openxmlformats.org/officeDocument/2006/relationships/image" Target="/ppt/media/image21.png" Id="R1ffd4adf80674b28" /><Relationship Type="http://schemas.openxmlformats.org/officeDocument/2006/relationships/notesSlide" Target="/ppt/notesSlides/notesSlide19.xml" Id="Ra6a6e4a5e8254715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ef72ec11fb2425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b0ecc98b9b49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404e30c0d46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9DB4F6C3-7E1E-4165-A7CB-86DF587C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8   |   100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E852BF6E-4D5B-4BF3-974D-627B53AD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NEXT.JS + VERCEL</a:t>
            </a:r>
            <a:endParaRPr sz="44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AF43A70F-F5E8-482A-B129-54789154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CLOUD NOTES FRONTEND</a:t>
            </a:r>
            <a:endParaRPr sz="2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FC707375-F506-4FA6-A856-ADCF2742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Browser → Route Handler → API Compose → PostgreSQL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8638E3EC-B711-4552-92CD-A21EE272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F301E98-CA69-4022-A660-1FBC1E6E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8  |  VERCEL DEEP DIVE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8DD2F8E-B770-48C6-86B5-5C7B5703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F8F0226-45A1-4FDD-BDAB-B38C7A68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17335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AB81816-7BA7-4C06-BA88-B5B5DB1C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8C22927-5839-4640-80B1-54E7F7EB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D0B2953-96A7-4962-BC9B-0F7B1B0B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ce2e95008b4c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56cd0aaa37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7C91D17-E972-4EA0-B66F-B2B5215D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6B53859-6C65-4388-A6A1-EE95476B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08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FC4183F-5010-4735-BC70-816E11A49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Jalur lokal berjalan tanpa akun; Supabase dan Vercel menjadi perluasan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986C62F-8BF2-4BB6-9C79-2F0341FC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ADB6B50-E019-415C-9AE0-A000E45E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147767613f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A539B76C-2A31-4BAF-8066-94CC175F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API Compose Lab 06</a:t>
            </a:r>
            <a:endParaRPr sz="1600"/>
          </a:p>
        </p:txBody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435fd2ea774b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156BAE9C-ACBD-4202-93EC-CFDE2AA4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Install Next.js dari lockfile</a:t>
            </a:r>
            <a:endParaRPr sz="1600"/>
          </a:p>
        </p:txBody>
      </p:sp>
      <p:pic>
        <p:nvPicPr>
          <p:cNvPr id="5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5fdbf4f3ca48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62980BB8-E8B8-435B-9D7A-678D1A61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UI Cloud Notes di port 3000</a:t>
            </a:r>
            <a:endParaRPr sz="1600"/>
          </a:p>
        </p:txBody>
      </p:sp>
      <p:pic>
        <p:nvPicPr>
          <p:cNvPr id="5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6733f9f044c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91EE37E5-51BF-420B-A442-EBD1F194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Bedakan /health dan /ready</a:t>
            </a:r>
            <a:endParaRPr sz="1600"/>
          </a:p>
        </p:txBody>
      </p:sp>
      <p:pic>
        <p:nvPicPr>
          <p:cNvPr id="5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e94d8f1a224b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21E81F79-D4B8-4E1C-A440-2CB7A25A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GET, POST, validasi 400</a:t>
            </a:r>
            <a:endParaRPr sz="1600"/>
          </a:p>
        </p:txBody>
      </p:sp>
      <p:pic>
        <p:nvPicPr>
          <p:cNvPr id="6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ce87a81ec42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F903B3A4-909A-424F-B414-E2EF49F8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9 cek dan build</a:t>
            </a:r>
            <a:endParaRPr sz="1600"/>
          </a:p>
        </p:txBody>
      </p:sp>
      <p:pic>
        <p:nvPicPr>
          <p:cNvPr id="6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a14f3298254e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804BAC7-FACD-45B3-B994-6EE35124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Git aman; deploy cloud opsional</a:t>
            </a:r>
            <a:endParaRPr sz="1600"/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27DA061B-1E9B-42BE-B9F9-30156752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9F562716-5BEA-49B9-B313-CBC9E181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YANG DIKUMPULKAN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mesin sendiri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E7B48637-95B3-4E6B-95BE-190C028B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UI Cloud Notes dan catatan baru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Bukti /health, /ready, HTTP 400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9 PASS dan build Next.js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Commit tanpa .env.local</a:t>
            </a:r>
            <a:endParaRPr sz="17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5FC90F39-0A0C-4C5E-97F0-96A85FB78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F6BCC018-2BEA-400D-A688-46C42106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4844670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74d7fedfd34f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cc9338e32d44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Hidupkan API dan Next.js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Dua terminal pada dua repo yang terpisah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Terminal A: repo Lab 06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up --build -d
docker compose ps
# API tersedia di 127.0.0.1:8000.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Terminal B: repo Lab 08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node --version  # minimal 20.9
npm ci          # versi dari lockfile
Copy-Item .env.example .env.local
npm run dev
# Buka http://localhost:3000.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16594031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e4d3f106d4c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9d000435ed4a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1a | Dependensi dari lockfile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npm ci dijalankan sebelum server Next hidup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9ed9b7bb824f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995678"/>
            <a:ext cx="10927080" cy="3278124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E327616-9F06-4681-B0BE-84353EC6D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npm ci. Fungsi: pasang dependensi dari lockfile.</a:t>
            </a:r>
            <a:br/>
            <a:r>
              <a:t>Cara kerja: npm menyusun node_modules; hasil: 37 paket, exit 0.</a:t>
            </a:r>
          </a:p>
        </p:txBody>
      </p:sp>
    </p:spTree>
    <p:extLst>
      <p:ext uri="{BB962C8B-B14F-4D97-AF65-F5344CB8AC3E}">
        <p14:creationId xmlns:p14="http://schemas.microsoft.com/office/powerpoint/2010/main" val="10688577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928b2cde564c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1750ee678343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Halaman Cloud Notes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Tampilan browser aktual setelah Next.js dan API Lab 06 hidup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031082bc3747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npm run dev.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41a0a5ed442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buka UI di localhost:3000.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6b8cdba6f44f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page.tsx memanggil /api/notes.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823a229a6f4a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Mode API lokal berarti proxy server aktif.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849d47676041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/api/notes mengisi daftar catatan.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6fc9e247c240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Jika kosong, cek status Lab 06.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21ca66dee242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Jangan masukkan URL DB ke browser.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Form dan daftar catatan tampil di browser.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e718af2d8c4c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18716" y="2057400"/>
            <a:ext cx="4684808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38064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02ca7f5f4c4a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3e1f5261bf48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1b | Batas browser dan server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Baris source yang menghasilkan jalur Cloud Notes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64be2e0fe14e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2174" y="1463040"/>
            <a:ext cx="10082892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5201567-6950-4964-ABA6-BDDA890A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rg -n pada page.tsx dan route.ts. Fungsi: temukan batas browser/server.</a:t>
            </a:r>
            <a:br/>
            <a:r>
              <a:t>Cara kerja: rg membaca source; hasil: page memanggil /api/notes, server membaca LOCAL_API_URL.</a:t>
            </a:r>
          </a:p>
        </p:txBody>
      </p:sp>
    </p:spTree>
    <p:extLst>
      <p:ext uri="{BB962C8B-B14F-4D97-AF65-F5344CB8AC3E}">
        <p14:creationId xmlns:p14="http://schemas.microsoft.com/office/powerpoint/2010/main" val="20633973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34783981a241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ddd035c143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Bedakan liveness dan readiness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Route Handler berjalan di server Next.js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panggil endpoint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Invoke-RestMethod http://127.0.0.1:3000/api/health
Invoke-RestMethod http://127.0.0.1:3000/api/ready
# Hentikan API Lab 06, lalu panggil /ready.
# Hidupkan kembali untuk langkah berikutnya.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konsep route.ts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/health = proses Next.js merespons.
/ready = GET ke API Lab 06 /health.
Sukses: 200, status=ready.
Upstream mati: 503, status=unavailable.
AbortSignal.timeout(3000) membatasi tunggu.
Liveness sehat belum tentu siap melayani.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1274521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4db6e29cb644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190d19551541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Readiness ketika dependensi hidup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GET /api/ready memeriksa API Lab 06 dari server Next.js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7c2495c9774e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buka localhost:3000/api/ready.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7ff29d5db4f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cek API Lab 06 siap.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8afcb7c3d44f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server cek upstream /health.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8f888120f544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Respons berisi dependency=lab06-api.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2517da0ff542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Browser hanya melihat status ringkas.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2be71f9b4b46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Jangan gunakan localhost Lab 06 di Vercel.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e8436f856240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Cloud butuh backend yang dapat dijangkau.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HTTP 200 dan status ready.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4b0ff5d7214b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18716" y="2057400"/>
            <a:ext cx="4684808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563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020d6746f9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070d16fa5746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Readiness saat API dimatikan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Simulasi gangguan yang diharapkan, bukan kegagalan Next.js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fe01f292144e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docker compose stop api.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5612f53874a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ganggu backend Lab 06 saja.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abaf0783441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/ready 503; Next tetap 200.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184552757246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UI dapat menampilkan pesan API mati.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2cef702d624a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Hidupkan kembali Compose Lab 06.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7b65600d9b4d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Ulangi /ready sampai 200.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4ab4f7c13f4d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Pisahkan liveness dan readiness.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HTTP 503 mengungkap dependensi yang mati.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50667e76da4e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88582" y="2057400"/>
            <a:ext cx="4945075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34200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26c0433184a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12f6bddb1742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3a | API berhenti lalu pulih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Perbandingan status setelah restart service API Lab 06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bb3cfe124441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3507" y="1463040"/>
            <a:ext cx="10620225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5BAD99B-AD70-4253-B77D-7DB11C7A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docker compose start api; GET ready dan notes. Fungsi: bukti pemulihan.</a:t>
            </a:r>
            <a:br/>
            <a:r>
              <a:t>Cara kerja: Next terhubung lagi ke API; hasil: 200/200 dan catatan tetap ada.</a:t>
            </a:r>
          </a:p>
        </p:txBody>
      </p:sp>
    </p:spTree>
    <p:extLst>
      <p:ext uri="{BB962C8B-B14F-4D97-AF65-F5344CB8AC3E}">
        <p14:creationId xmlns:p14="http://schemas.microsoft.com/office/powerpoint/2010/main" val="20338476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fd29ef9b8344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4a2d67189940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Buat catatan dan baca hasil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Browser → /api/notes → API Lab 06 → PostgreSQL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HTTP POST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$body = '{"title":"Praktik Lab 08","content":"Next.js ke API Lab 06"}'
Invoke-RestMethod `
  http://127.0.0.1:3000/api/notes `
  -Method Post -ContentType application/json `
  -Body $body
Invoke-RestMethod `
  http://127.0.0.1:3000/api/notes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 route.ts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POST memvalidasi title/content.
Server forward JSON ke API Lab 06.
Status 201 dan body dikembalikan.
X-Request-ID membantu cocokkan log.
GET berikutnya membaca daftar Postgres.
Form browser memakai route yang sama.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7686045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1f316049154e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02a249bd584f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Form dan daftar terbaru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Catatan dari UI terlihat melalui Route Handler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e2457956114e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isi form lalu klik Simpan.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b574eb676847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tulis dan baca catatan baru.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292df40c344f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POST ke API/DB, lalu GET daftar.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5c940da95e47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Judul baru muncul bersama catatan lama.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4aec285b9545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Lab 06 menyimpan di PostgreSQL.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0a7950431c44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Refresh browser tetap menampilkan data.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eefe07e1d948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X-Request-ID terlihat di respons HTTP.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Catatan Praktik Lab 08 muncul dalam daftar.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4968f9b39945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31377" y="2057400"/>
            <a:ext cx="4459487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96770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96af11b6fe4b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6b4ad6e8b640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4a | POST, GET, dan Request ID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Respons nyata Route Handler pada jalur empat lapisan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8755da4e8246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25442" y="1463040"/>
            <a:ext cx="9156356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BB9CD33-5FBA-4DB5-945F-95C8AED0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POST lalu GET /api/notes. Fungsi: buktikan simpan dan baca.</a:t>
            </a:r>
            <a:br/>
            <a:r>
              <a:t>Cara kerja: Next proxy ke Lab 06/DB; hasil: 201 + X-Request-ID, lalu GET 200.</a:t>
            </a:r>
          </a:p>
        </p:txBody>
      </p:sp>
    </p:spTree>
    <p:extLst>
      <p:ext uri="{BB962C8B-B14F-4D97-AF65-F5344CB8AC3E}">
        <p14:creationId xmlns:p14="http://schemas.microsoft.com/office/powerpoint/2010/main" val="10711292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670ecbcc24d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c41c0ea2d64b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Kunci validasi dan cek otomatis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Masukan rusak ditolak sebelum forward ke Lab 06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 dan runner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Invoke-WebRequest `
  http://127.0.0.1:3000/api/notes `
  -Method Post -ContentType application/json `
  -Body '{"content":"tanpa judul"}'
# PowerShell menampilkan error HTTP 400.
npm run check:local
npm run typecheck
npm run build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Isi kunci di route.ts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request.json() gagal → HTTP 400.
title/content kosong → HTTP 400.
Input sah → forward POST ke upstream.
Runner menguji 9 kontrak end-to-end.
TypeScript dan build harus sukses.
Build membaca environment saat build.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04835703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f2c814c69b49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2af0ce72d24c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5a | Validasi 400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Dua input salah ditolak sebelum mencapai API Lab 06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10e930d6cc4b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26550" y="1463040"/>
            <a:ext cx="8754139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0AA50E-7AFB-4C31-8FF3-B0C28497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POST tanpa title dan POST JSON rusak. Fungsi: uji validasi server.</a:t>
            </a:r>
            <a:br/>
            <a:r>
              <a:t>Cara kerja: Route Handler menolak sebelum proxy; hasil: keduanya HTTP 400.</a:t>
            </a:r>
          </a:p>
        </p:txBody>
      </p:sp>
    </p:spTree>
    <p:extLst>
      <p:ext uri="{BB962C8B-B14F-4D97-AF65-F5344CB8AC3E}">
        <p14:creationId xmlns:p14="http://schemas.microsoft.com/office/powerpoint/2010/main" val="150747935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75741996c54f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a756ece95b48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5b | Sembilan cek lulus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Checker berjalan ketika API Lab 06 sehat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9fae8cd3ef47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466614"/>
            <a:ext cx="10927080" cy="4336252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960CB76-3DD6-492A-AC3E-07E0AC78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npm run check:local. Fungsi: verifikasi kontrak aplikasi.</a:t>
            </a:r>
            <a:br/>
            <a:r>
              <a:t>Cara kerja: skrip menguji GET/POST dan validasi; hasil: 9 PASS, 0 FAIL.</a:t>
            </a:r>
          </a:p>
        </p:txBody>
      </p:sp>
    </p:spTree>
    <p:extLst>
      <p:ext uri="{BB962C8B-B14F-4D97-AF65-F5344CB8AC3E}">
        <p14:creationId xmlns:p14="http://schemas.microsoft.com/office/powerpoint/2010/main" val="10493377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4cc472d7b947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af150fc6946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Build dan kontrak aplikasi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terbaru: route /api/ready sudah ikut dibangun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614886a9c49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npm run typecheck; npm run build.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ca607bae8d45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cek tipe dan bundle produksi.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d6a237d19c4d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tsc cek tipe; Next buat route.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bf4d61b5e344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Daftar route memuat /api/ready.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cfd03e2ca440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Typecheck dan build keluar dengan kode 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31c4987fc94c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npm run check:local menuntut API hidup.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a94493eb8548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Target runner: 9 PASS, 0 FAIL.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Typecheck dan build lulus pada source terkini.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002edba13143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66134" y="2623248"/>
            <a:ext cx="4789971" cy="19589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69187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6f19ab9b344f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3132b1bbcf4a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Push source dan opsi deploy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Lab 08 terpisah; cloud memakai Supabase, bukan localhost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Sebelum commit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git status --short
git check-ignore .env.local
git add src package.json package-lock.json
git add .env.example README.md
git diff --cached --check
git commit -m "lab08: Cloud Notes Next.js"
git push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Vercel bila akun tersedia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Import repo Lab 08 ke Vercel.
Root Directory = root repo Lab 08.
Isi NEXT_PUBLIC_SUPABASE_URL dan
publishable key di Project Settings.
Secret/service role jangan NEXT_PUBLIC_.
Verifikasi URL live dan push auto-deploy.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37396059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82558621640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18962a47254a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6 | Git mengabaikan file lokal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Periksa isi commit sebelum push repo milik mahasiswa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fd4adf80674b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757524"/>
            <a:ext cx="10927080" cy="3754432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2F9236E-9246-4DF1-A4DE-26155931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git check-ignore -v + git diff --cached --check. Fungsi: periksa commit.</a:t>
            </a:r>
            <a:br/>
            <a:r>
              <a:t>Cara kerja: .gitignore menyaring file lokal; hasil: env, node_modules, .next diabaikan.</a:t>
            </a:r>
          </a:p>
        </p:txBody>
      </p:sp>
    </p:spTree>
    <p:extLst>
      <p:ext uri="{BB962C8B-B14F-4D97-AF65-F5344CB8AC3E}">
        <p14:creationId xmlns:p14="http://schemas.microsoft.com/office/powerpoint/2010/main" val="158496164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2026-10-07T17:05:57.1100000Z</dcterms:created>
  <dcterms:modified xsi:type="dcterms:W3CDTF">2026-10-07T17:05:57.1100000Z</dcterms:modified>
</coreProperties>
</file>